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5" r:id="rId2"/>
  </p:sldIdLst>
  <p:sldSz cx="13970000" cy="10795000"/>
  <p:notesSz cx="6858000" cy="9144000"/>
  <p:embeddedFontLst>
    <p:embeddedFont>
      <p:font typeface="Helvetica Neue" panose="020B0604020202020204" charset="0"/>
      <p:regular r:id="rId4"/>
      <p:bold r:id="rId5"/>
      <p:italic r:id="rId6"/>
      <p:boldItalic r:id="rId7"/>
    </p:embeddedFont>
    <p:embeddedFont>
      <p:font typeface="Source Sans 3" panose="020B0303030403020204" pitchFamily="34" charset="0"/>
      <p:regular r:id="rId8"/>
      <p:bold r:id="rId9"/>
      <p:italic r:id="rId10"/>
      <p:boldItalic r:id="rId11"/>
    </p:embeddedFont>
    <p:embeddedFont>
      <p:font typeface="Source Sans 3 Light" panose="020B0303030403020204" pitchFamily="34" charset="0"/>
      <p:regular r:id="rId12"/>
    </p:embeddedFont>
    <p:embeddedFont>
      <p:font typeface="Source Sans 3 SemiBold" panose="020B0303030403020204" pitchFamily="3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0" userDrawn="1">
          <p15:clr>
            <a:srgbClr val="747775"/>
          </p15:clr>
        </p15:guide>
        <p15:guide id="2" pos="440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mantha Limo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8DB5"/>
    <a:srgbClr val="B7B7B7"/>
    <a:srgbClr val="E066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7" autoAdjust="0"/>
    <p:restoredTop sz="88605" autoAdjust="0"/>
  </p:normalViewPr>
  <p:slideViewPr>
    <p:cSldViewPr snapToGrid="0">
      <p:cViewPr varScale="1">
        <p:scale>
          <a:sx n="65" d="100"/>
          <a:sy n="65" d="100"/>
        </p:scale>
        <p:origin x="2319" y="72"/>
      </p:cViewPr>
      <p:guideLst>
        <p:guide orient="horz" pos="3400"/>
        <p:guide pos="44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commentAuthors" Target="commentAuthors.xml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42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>
          <a:extLst>
            <a:ext uri="{FF2B5EF4-FFF2-40B4-BE49-F238E27FC236}">
              <a16:creationId xmlns:a16="http://schemas.microsoft.com/office/drawing/2014/main" id="{BF9DE98F-B322-9C28-ABCC-E5BA70573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6bdaf8f06_0_46:notes">
            <a:extLst>
              <a:ext uri="{FF2B5EF4-FFF2-40B4-BE49-F238E27FC236}">
                <a16:creationId xmlns:a16="http://schemas.microsoft.com/office/drawing/2014/main" id="{2079FAC7-34A1-DAED-E191-34B63207D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6bdaf8f06_0_46:notes">
            <a:extLst>
              <a:ext uri="{FF2B5EF4-FFF2-40B4-BE49-F238E27FC236}">
                <a16:creationId xmlns:a16="http://schemas.microsoft.com/office/drawing/2014/main" id="{657B4C1E-2A48-AF46-A967-3087636E40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2621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76222" y="1562688"/>
            <a:ext cx="13017583" cy="43079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945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76210" y="5948164"/>
            <a:ext cx="13017583" cy="16634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7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76210" y="4514130"/>
            <a:ext cx="13017583" cy="17667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76210" y="934003"/>
            <a:ext cx="13017583" cy="1201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76210" y="2418775"/>
            <a:ext cx="13017583" cy="7170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523883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397020" lvl="1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095530" lvl="2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794041" lvl="3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492551" lvl="4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191061" lvl="5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889571" lvl="6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588081" lvl="7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286591" lvl="8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76210" y="934003"/>
            <a:ext cx="13017583" cy="1201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76209" y="2418775"/>
            <a:ext cx="6110958" cy="7170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39"/>
            </a:lvl1pPr>
            <a:lvl2pPr marL="1397020" lvl="1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2pPr>
            <a:lvl3pPr marL="2095530" lvl="2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3pPr>
            <a:lvl4pPr marL="2794041" lvl="3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4pPr>
            <a:lvl5pPr marL="3492551" lvl="4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5pPr>
            <a:lvl6pPr marL="4191061" lvl="5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6pPr>
            <a:lvl7pPr marL="4889571" lvl="6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7pPr>
            <a:lvl8pPr marL="5588081" lvl="7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8pPr>
            <a:lvl9pPr marL="6286591" lvl="8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7382834" y="2418775"/>
            <a:ext cx="6110958" cy="7170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39"/>
            </a:lvl1pPr>
            <a:lvl2pPr marL="1397020" lvl="1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2pPr>
            <a:lvl3pPr marL="2095530" lvl="2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3pPr>
            <a:lvl4pPr marL="2794041" lvl="3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4pPr>
            <a:lvl5pPr marL="3492551" lvl="4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5pPr>
            <a:lvl6pPr marL="4191061" lvl="5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6pPr>
            <a:lvl7pPr marL="4889571" lvl="6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7pPr>
            <a:lvl8pPr marL="5588081" lvl="7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8pPr>
            <a:lvl9pPr marL="6286591" lvl="8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76210" y="934003"/>
            <a:ext cx="13017583" cy="12019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76208" y="1166074"/>
            <a:ext cx="4290000" cy="15860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667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76208" y="2916444"/>
            <a:ext cx="4290000" cy="6672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1pPr>
            <a:lvl2pPr marL="1397020" lvl="1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2pPr>
            <a:lvl3pPr marL="2095530" lvl="2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3pPr>
            <a:lvl4pPr marL="2794041" lvl="3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4pPr>
            <a:lvl5pPr marL="3492551" lvl="4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5pPr>
            <a:lvl6pPr marL="4191061" lvl="5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6pPr>
            <a:lvl7pPr marL="4889571" lvl="6" indent="-465673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33"/>
            </a:lvl7pPr>
            <a:lvl8pPr marL="5588081" lvl="7" indent="-465673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833"/>
            </a:lvl8pPr>
            <a:lvl9pPr marL="6286591" lvl="8" indent="-465673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833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748993" y="944759"/>
            <a:ext cx="9728583" cy="858563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7333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985000" y="-262"/>
            <a:ext cx="6985000" cy="1079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708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405625" y="2588145"/>
            <a:ext cx="6180167" cy="311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41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405625" y="5882997"/>
            <a:ext cx="6180167" cy="2592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8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7546460" y="1519664"/>
            <a:ext cx="5862083" cy="77551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98510" lvl="0" indent="-523883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397020" lvl="1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095530" lvl="2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794041" lvl="3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492551" lvl="4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191061" lvl="5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889571" lvl="6" indent="-485077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588081" lvl="7" indent="-48507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286591" lvl="8" indent="-485077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76210" y="8878985"/>
            <a:ext cx="9164833" cy="12699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98510" lvl="0" indent="-34925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76210" y="2321497"/>
            <a:ext cx="13017583" cy="41209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833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76210" y="6615781"/>
            <a:ext cx="13017583" cy="2730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98510" lvl="0" indent="-523883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397020" lvl="1" indent="-48507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095530" lvl="2" indent="-485077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794041" lvl="3" indent="-485077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492551" lvl="4" indent="-48507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4191061" lvl="5" indent="-485077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889571" lvl="6" indent="-485077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5588081" lvl="7" indent="-48507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6286591" lvl="8" indent="-485077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6210" y="934003"/>
            <a:ext cx="13017583" cy="120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6210" y="2418775"/>
            <a:ext cx="13017583" cy="717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2944033" y="9786999"/>
            <a:ext cx="838292" cy="826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528">
                <a:solidFill>
                  <a:schemeClr val="dk2"/>
                </a:solidFill>
              </a:defRPr>
            </a:lvl1pPr>
            <a:lvl2pPr lvl="1" algn="r">
              <a:buNone/>
              <a:defRPr sz="1528">
                <a:solidFill>
                  <a:schemeClr val="dk2"/>
                </a:solidFill>
              </a:defRPr>
            </a:lvl2pPr>
            <a:lvl3pPr lvl="2" algn="r">
              <a:buNone/>
              <a:defRPr sz="1528">
                <a:solidFill>
                  <a:schemeClr val="dk2"/>
                </a:solidFill>
              </a:defRPr>
            </a:lvl3pPr>
            <a:lvl4pPr lvl="3" algn="r">
              <a:buNone/>
              <a:defRPr sz="1528">
                <a:solidFill>
                  <a:schemeClr val="dk2"/>
                </a:solidFill>
              </a:defRPr>
            </a:lvl4pPr>
            <a:lvl5pPr lvl="4" algn="r">
              <a:buNone/>
              <a:defRPr sz="1528">
                <a:solidFill>
                  <a:schemeClr val="dk2"/>
                </a:solidFill>
              </a:defRPr>
            </a:lvl5pPr>
            <a:lvl6pPr lvl="5" algn="r">
              <a:buNone/>
              <a:defRPr sz="1528">
                <a:solidFill>
                  <a:schemeClr val="dk2"/>
                </a:solidFill>
              </a:defRPr>
            </a:lvl6pPr>
            <a:lvl7pPr lvl="6" algn="r">
              <a:buNone/>
              <a:defRPr sz="1528">
                <a:solidFill>
                  <a:schemeClr val="dk2"/>
                </a:solidFill>
              </a:defRPr>
            </a:lvl7pPr>
            <a:lvl8pPr lvl="7" algn="r">
              <a:buNone/>
              <a:defRPr sz="1528">
                <a:solidFill>
                  <a:schemeClr val="dk2"/>
                </a:solidFill>
              </a:defRPr>
            </a:lvl8pPr>
            <a:lvl9pPr lvl="8" algn="r">
              <a:buNone/>
              <a:defRPr sz="1528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39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reativecommons.org/licenses/by-sa/4.0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>
          <a:extLst>
            <a:ext uri="{FF2B5EF4-FFF2-40B4-BE49-F238E27FC236}">
              <a16:creationId xmlns:a16="http://schemas.microsoft.com/office/drawing/2014/main" id="{EB458DBE-69C5-2ACF-497E-2369E742B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4A74CFD9-A17B-FAF1-9062-C130647A0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51" y="-676677"/>
            <a:ext cx="5598432" cy="299008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6B7F8AAC-F75E-3205-3592-F7C2614880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4310" y="122459"/>
            <a:ext cx="1443262" cy="1676046"/>
          </a:xfrm>
          <a:prstGeom prst="rect">
            <a:avLst/>
          </a:prstGeom>
        </p:spPr>
      </p:pic>
      <p:pic>
        <p:nvPicPr>
          <p:cNvPr id="216" name="Google Shape;216;p18">
            <a:extLst>
              <a:ext uri="{FF2B5EF4-FFF2-40B4-BE49-F238E27FC236}">
                <a16:creationId xmlns:a16="http://schemas.microsoft.com/office/drawing/2014/main" id="{323DA3D9-23E3-A6C7-3436-E70904C5CC5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203" y="8408251"/>
            <a:ext cx="3874636" cy="160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8">
            <a:extLst>
              <a:ext uri="{FF2B5EF4-FFF2-40B4-BE49-F238E27FC236}">
                <a16:creationId xmlns:a16="http://schemas.microsoft.com/office/drawing/2014/main" id="{5398C4A8-5205-B969-F716-F56FD20E761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403" y="2802519"/>
            <a:ext cx="3830026" cy="498364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>
            <a:extLst>
              <a:ext uri="{FF2B5EF4-FFF2-40B4-BE49-F238E27FC236}">
                <a16:creationId xmlns:a16="http://schemas.microsoft.com/office/drawing/2014/main" id="{1BCCE602-BC70-1880-3AD9-E77E23D688D9}"/>
              </a:ext>
            </a:extLst>
          </p:cNvPr>
          <p:cNvSpPr txBox="1"/>
          <p:nvPr/>
        </p:nvSpPr>
        <p:spPr>
          <a:xfrm>
            <a:off x="9398473" y="2540773"/>
            <a:ext cx="4001250" cy="1037469"/>
          </a:xfrm>
          <a:prstGeom prst="rect">
            <a:avLst/>
          </a:prstGeom>
          <a:solidFill>
            <a:srgbClr val="F7DCA7"/>
          </a:solidFill>
          <a:ln>
            <a:noFill/>
          </a:ln>
        </p:spPr>
        <p:txBody>
          <a:bodyPr spcFirstLastPara="1" wrap="square" lIns="49615" tIns="49615" rIns="49615" bIns="49615" anchor="ctr" anchorCtr="0">
            <a:noAutofit/>
          </a:bodyPr>
          <a:lstStyle/>
          <a:p>
            <a:pPr>
              <a:spcBef>
                <a:spcPts val="153"/>
              </a:spcBef>
            </a:pPr>
            <a:endParaRPr sz="1222" b="1">
              <a:solidFill>
                <a:srgbClr val="4C4C4C"/>
              </a:solidFill>
            </a:endParaRPr>
          </a:p>
        </p:txBody>
      </p:sp>
      <p:sp>
        <p:nvSpPr>
          <p:cNvPr id="221" name="Google Shape;221;p18">
            <a:extLst>
              <a:ext uri="{FF2B5EF4-FFF2-40B4-BE49-F238E27FC236}">
                <a16:creationId xmlns:a16="http://schemas.microsoft.com/office/drawing/2014/main" id="{DD827EEA-1A12-5249-D42A-A6DF17766795}"/>
              </a:ext>
            </a:extLst>
          </p:cNvPr>
          <p:cNvSpPr txBox="1"/>
          <p:nvPr/>
        </p:nvSpPr>
        <p:spPr>
          <a:xfrm>
            <a:off x="274320" y="1143413"/>
            <a:ext cx="1303481" cy="51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About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2" name="Google Shape;222;p18">
            <a:extLst>
              <a:ext uri="{FF2B5EF4-FFF2-40B4-BE49-F238E27FC236}">
                <a16:creationId xmlns:a16="http://schemas.microsoft.com/office/drawing/2014/main" id="{5D0CCC26-107D-2B08-2A13-2F754B30CF8A}"/>
              </a:ext>
            </a:extLst>
          </p:cNvPr>
          <p:cNvSpPr txBox="1"/>
          <p:nvPr/>
        </p:nvSpPr>
        <p:spPr>
          <a:xfrm>
            <a:off x="4293309" y="1143000"/>
            <a:ext cx="3525958" cy="54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Comment Sentiment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3" name="Google Shape;223;p18">
            <a:extLst>
              <a:ext uri="{FF2B5EF4-FFF2-40B4-BE49-F238E27FC236}">
                <a16:creationId xmlns:a16="http://schemas.microsoft.com/office/drawing/2014/main" id="{85D6570D-B5DF-BC04-6F53-0C3A42FCC662}"/>
              </a:ext>
            </a:extLst>
          </p:cNvPr>
          <p:cNvSpPr txBox="1"/>
          <p:nvPr/>
        </p:nvSpPr>
        <p:spPr>
          <a:xfrm>
            <a:off x="9319813" y="3528925"/>
            <a:ext cx="3202999" cy="54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Engagement Metrics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4" name="Google Shape;224;p18">
            <a:extLst>
              <a:ext uri="{FF2B5EF4-FFF2-40B4-BE49-F238E27FC236}">
                <a16:creationId xmlns:a16="http://schemas.microsoft.com/office/drawing/2014/main" id="{B8D02676-F2CA-E397-D6A5-7C5F5FA65D4B}"/>
              </a:ext>
            </a:extLst>
          </p:cNvPr>
          <p:cNvSpPr txBox="1"/>
          <p:nvPr/>
        </p:nvSpPr>
        <p:spPr>
          <a:xfrm>
            <a:off x="274320" y="2718127"/>
            <a:ext cx="3461898" cy="54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Config Setup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5" name="Google Shape;225;p18">
            <a:extLst>
              <a:ext uri="{FF2B5EF4-FFF2-40B4-BE49-F238E27FC236}">
                <a16:creationId xmlns:a16="http://schemas.microsoft.com/office/drawing/2014/main" id="{C33BC7D8-60D4-E54D-2E8D-FA597846BBE1}"/>
              </a:ext>
            </a:extLst>
          </p:cNvPr>
          <p:cNvSpPr txBox="1"/>
          <p:nvPr/>
        </p:nvSpPr>
        <p:spPr>
          <a:xfrm>
            <a:off x="9317736" y="1143000"/>
            <a:ext cx="3525958" cy="54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pPr lvl="1">
              <a:lnSpc>
                <a:spcPct val="80000"/>
              </a:lnSpc>
            </a:pPr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Related Vignettes</a:t>
            </a:r>
            <a:endParaRPr sz="2500" dirty="0">
              <a:solidFill>
                <a:srgbClr val="595959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6" name="Google Shape;226;p18">
            <a:extLst>
              <a:ext uri="{FF2B5EF4-FFF2-40B4-BE49-F238E27FC236}">
                <a16:creationId xmlns:a16="http://schemas.microsoft.com/office/drawing/2014/main" id="{AC0D0BA9-470F-1211-A3D2-C43E2B979600}"/>
              </a:ext>
            </a:extLst>
          </p:cNvPr>
          <p:cNvSpPr txBox="1"/>
          <p:nvPr/>
        </p:nvSpPr>
        <p:spPr>
          <a:xfrm>
            <a:off x="9419498" y="2613517"/>
            <a:ext cx="3795917" cy="928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4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1. download_github_events.Rmd</a:t>
            </a:r>
            <a:endParaRPr sz="1400" b="1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4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2. download_github_pull_requests.Rmd</a:t>
            </a:r>
            <a:endParaRPr sz="1400" b="1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4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3. sentiment_analysis.Rmd</a:t>
            </a:r>
            <a:endParaRPr sz="1400" b="1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7" name="Google Shape;227;p18">
            <a:extLst>
              <a:ext uri="{FF2B5EF4-FFF2-40B4-BE49-F238E27FC236}">
                <a16:creationId xmlns:a16="http://schemas.microsoft.com/office/drawing/2014/main" id="{E2C148EA-3A57-2759-F506-371F78985848}"/>
              </a:ext>
            </a:extLst>
          </p:cNvPr>
          <p:cNvSpPr txBox="1"/>
          <p:nvPr/>
        </p:nvSpPr>
        <p:spPr>
          <a:xfrm>
            <a:off x="9324372" y="1619545"/>
            <a:ext cx="3825854" cy="8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See supplementary notebooks that go in-depth on downloading and parsing communication data and conducting the full sentiment analysis workflow.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28" name="Google Shape;228;p18">
            <a:extLst>
              <a:ext uri="{FF2B5EF4-FFF2-40B4-BE49-F238E27FC236}">
                <a16:creationId xmlns:a16="http://schemas.microsoft.com/office/drawing/2014/main" id="{2102D2A6-BE3E-33B4-37A2-A9A3BE5A5CE2}"/>
              </a:ext>
            </a:extLst>
          </p:cNvPr>
          <p:cNvSpPr txBox="1"/>
          <p:nvPr/>
        </p:nvSpPr>
        <p:spPr>
          <a:xfrm>
            <a:off x="253301" y="1520334"/>
            <a:ext cx="4092520" cy="1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-US" sz="1200" dirty="0" err="1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Kaiaulu</a:t>
            </a:r>
            <a:r>
              <a:rPr lang="en-US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provides support for the download of comment data from multiple sources e.g. GitHub, Jira, and mailing lists  (see refresher-</a:t>
            </a:r>
            <a:r>
              <a:rPr lang="en-US" sz="1200" dirty="0" err="1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cheatsheet.pdf</a:t>
            </a:r>
            <a:r>
              <a:rPr lang="en-US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). This </a:t>
            </a:r>
            <a:r>
              <a:rPr lang="en-US" sz="1200" dirty="0" err="1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cheatsheet</a:t>
            </a:r>
            <a:r>
              <a:rPr lang="en-US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covers how to add sentiment labels to each comment by using machine learning classifiers for sentiment analysis.</a:t>
            </a:r>
          </a:p>
        </p:txBody>
      </p:sp>
      <p:sp>
        <p:nvSpPr>
          <p:cNvPr id="229" name="Google Shape;229;p18">
            <a:extLst>
              <a:ext uri="{FF2B5EF4-FFF2-40B4-BE49-F238E27FC236}">
                <a16:creationId xmlns:a16="http://schemas.microsoft.com/office/drawing/2014/main" id="{0BC91131-6C3F-2753-C82A-FACE0BD6E102}"/>
              </a:ext>
            </a:extLst>
          </p:cNvPr>
          <p:cNvSpPr txBox="1"/>
          <p:nvPr/>
        </p:nvSpPr>
        <p:spPr>
          <a:xfrm>
            <a:off x="287688" y="3140376"/>
            <a:ext cx="3813792" cy="8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Before running a vignette, you must set up your project configuration file (examples in conf/) to specify the paths to download the data.</a:t>
            </a:r>
            <a:endParaRPr sz="12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0" name="Google Shape;230;p18">
            <a:extLst>
              <a:ext uri="{FF2B5EF4-FFF2-40B4-BE49-F238E27FC236}">
                <a16:creationId xmlns:a16="http://schemas.microsoft.com/office/drawing/2014/main" id="{A0F68A24-5CA3-009F-1B62-04FBCC237148}"/>
              </a:ext>
            </a:extLst>
          </p:cNvPr>
          <p:cNvSpPr txBox="1"/>
          <p:nvPr/>
        </p:nvSpPr>
        <p:spPr>
          <a:xfrm>
            <a:off x="4270098" y="1677223"/>
            <a:ext cx="4765944" cy="8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Kaiaulu’s sentiment_analysis.Rmd interfaces with a family of sentiment classifier models. The classifier leverages comment data (1) obtainable by Kaiaulu downloaders.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1" name="Google Shape;231;p18">
            <a:extLst>
              <a:ext uri="{FF2B5EF4-FFF2-40B4-BE49-F238E27FC236}">
                <a16:creationId xmlns:a16="http://schemas.microsoft.com/office/drawing/2014/main" id="{3059CB30-7FD2-408B-C355-CCF9B3F1D3D3}"/>
              </a:ext>
            </a:extLst>
          </p:cNvPr>
          <p:cNvSpPr txBox="1"/>
          <p:nvPr/>
        </p:nvSpPr>
        <p:spPr>
          <a:xfrm>
            <a:off x="4315289" y="7687879"/>
            <a:ext cx="5498559" cy="2128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Kaiaulu passes comments (</a:t>
            </a:r>
            <a:r>
              <a:rPr lang="en" sz="1200" dirty="0">
                <a:solidFill>
                  <a:srgbClr val="E06666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) to the sentiment classifier using pysenti_predict() (2). The tools.yml path for the sentiment classifier follows </a:t>
            </a:r>
            <a:r>
              <a:rPr lang="en-US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same pattern as the other third-party tools.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sentiment classifier labels each comment as </a:t>
            </a:r>
            <a:r>
              <a:rPr lang="en" sz="1200" dirty="0">
                <a:solidFill>
                  <a:srgbClr val="93C47D"/>
                </a:solidFill>
                <a:latin typeface="Source Sans 3"/>
                <a:ea typeface="Source Sans 3"/>
                <a:cs typeface="Source Sans 3"/>
                <a:sym typeface="Source Sans 3"/>
              </a:rPr>
              <a:t>positive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        ), </a:t>
            </a:r>
            <a:r>
              <a:rPr lang="en" sz="1200" dirty="0">
                <a:solidFill>
                  <a:srgbClr val="E06666"/>
                </a:solidFill>
                <a:latin typeface="Source Sans 3"/>
                <a:ea typeface="Source Sans 3"/>
                <a:cs typeface="Source Sans 3"/>
                <a:sym typeface="Source Sans 3"/>
              </a:rPr>
              <a:t>negative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</a:t>
            </a:r>
            <a:r>
              <a:rPr lang="en" sz="1200" dirty="0">
                <a:solidFill>
                  <a:srgbClr val="E06666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), or </a:t>
            </a:r>
            <a:r>
              <a:rPr lang="en" sz="1200" dirty="0">
                <a:solidFill>
                  <a:schemeClr val="tx2">
                    <a:lumMod val="50000"/>
                  </a:schemeClr>
                </a:solidFill>
                <a:latin typeface="Source Sans 3"/>
                <a:ea typeface="Source Sans 3"/>
                <a:cs typeface="Source Sans 3"/>
                <a:sym typeface="Source Sans 3"/>
              </a:rPr>
              <a:t>neutral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 (        ) using machine learning models (3) and returns</a:t>
            </a:r>
            <a:r>
              <a:rPr lang="en" sz="1200" baseline="300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that label (4) to Kaiaulu.</a:t>
            </a:r>
          </a:p>
          <a:p>
            <a:endParaRPr lang="en"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sentiment labels can also be used as a measure of </a:t>
            </a:r>
            <a:r>
              <a:rPr lang="en" sz="12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project emotional engagement.</a:t>
            </a:r>
            <a:endParaRPr sz="12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2" name="Google Shape;232;p18">
            <a:extLst>
              <a:ext uri="{FF2B5EF4-FFF2-40B4-BE49-F238E27FC236}">
                <a16:creationId xmlns:a16="http://schemas.microsoft.com/office/drawing/2014/main" id="{FE901E42-271C-5804-A768-F91928FF1359}"/>
              </a:ext>
            </a:extLst>
          </p:cNvPr>
          <p:cNvSpPr txBox="1"/>
          <p:nvPr/>
        </p:nvSpPr>
        <p:spPr>
          <a:xfrm>
            <a:off x="9352482" y="4045627"/>
            <a:ext cx="4674907" cy="1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Kaiaulu supports time-series analysis of developer comments across all sources via various engagement metrics. For two of them, developer’s comments and sentiments are grouped respectively by time step within a moving window to form a time series of engagement. 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3" name="Google Shape;233;p18">
            <a:extLst>
              <a:ext uri="{FF2B5EF4-FFF2-40B4-BE49-F238E27FC236}">
                <a16:creationId xmlns:a16="http://schemas.microsoft.com/office/drawing/2014/main" id="{A4E78F5D-2CD0-78A4-F08A-B11C68C08568}"/>
              </a:ext>
            </a:extLst>
          </p:cNvPr>
          <p:cNvSpPr txBox="1"/>
          <p:nvPr/>
        </p:nvSpPr>
        <p:spPr>
          <a:xfrm>
            <a:off x="84707" y="244972"/>
            <a:ext cx="8869823" cy="87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en" sz="4800" dirty="0">
                <a:solidFill>
                  <a:srgbClr val="585858"/>
                </a:solidFill>
                <a:latin typeface="Source Sans 3 Light" panose="020B0303030403020204" pitchFamily="34" charset="0"/>
                <a:ea typeface="Source Sans Pro" panose="020B0503030403020204" pitchFamily="34" charset="0"/>
                <a:cs typeface="Source Sans 3"/>
                <a:sym typeface="Source Sans 3"/>
              </a:rPr>
              <a:t>Sentiment Classifier </a:t>
            </a:r>
            <a:r>
              <a:rPr lang="en" sz="4800" dirty="0">
                <a:solidFill>
                  <a:srgbClr val="585858"/>
                </a:solidFill>
                <a:latin typeface="Source Sans 3 Light" panose="020B0303030403020204" pitchFamily="34" charset="0"/>
                <a:ea typeface="Source Sans 3"/>
                <a:cs typeface="Source Sans 3"/>
                <a:sym typeface="Source Sans 3"/>
              </a:rPr>
              <a:t>: :</a:t>
            </a:r>
            <a:r>
              <a:rPr lang="en" sz="3514" dirty="0">
                <a:solidFill>
                  <a:srgbClr val="585858"/>
                </a:solidFill>
                <a:latin typeface="Source Sans 3 Light" panose="020B0303030403020204" pitchFamily="34" charset="0"/>
                <a:ea typeface="Source Sans 3"/>
                <a:cs typeface="Source Sans 3"/>
                <a:sym typeface="Source Sans 3"/>
              </a:rPr>
              <a:t> </a:t>
            </a:r>
            <a:r>
              <a:rPr lang="en" sz="3300" b="1" dirty="0">
                <a:solidFill>
                  <a:srgbClr val="585858"/>
                </a:solidFill>
                <a:latin typeface="Source Sans 3 SemiBold" panose="020B0303030403020204" pitchFamily="34" charset="0"/>
                <a:ea typeface="Source Sans 3"/>
                <a:cs typeface="Source Sans 3"/>
                <a:sym typeface="Source Sans 3"/>
              </a:rPr>
              <a:t>CHEAT SHEET</a:t>
            </a:r>
            <a:endParaRPr sz="3300" b="1" dirty="0">
              <a:solidFill>
                <a:srgbClr val="585858"/>
              </a:solidFill>
              <a:latin typeface="Source Sans 3 SemiBold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234" name="Google Shape;234;p18">
            <a:extLst>
              <a:ext uri="{FF2B5EF4-FFF2-40B4-BE49-F238E27FC236}">
                <a16:creationId xmlns:a16="http://schemas.microsoft.com/office/drawing/2014/main" id="{9B16D1C1-1B2D-3BBC-C438-2C342FD21A39}"/>
              </a:ext>
            </a:extLst>
          </p:cNvPr>
          <p:cNvCxnSpPr/>
          <p:nvPr/>
        </p:nvCxnSpPr>
        <p:spPr>
          <a:xfrm>
            <a:off x="2225439" y="10286909"/>
            <a:ext cx="11481250" cy="9167"/>
          </a:xfrm>
          <a:prstGeom prst="straightConnector1">
            <a:avLst/>
          </a:prstGeom>
          <a:noFill/>
          <a:ln w="7550" cap="flat" cmpd="sng">
            <a:solidFill>
              <a:srgbClr val="E4E4E3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35" name="Google Shape;235;p18">
            <a:extLst>
              <a:ext uri="{FF2B5EF4-FFF2-40B4-BE49-F238E27FC236}">
                <a16:creationId xmlns:a16="http://schemas.microsoft.com/office/drawing/2014/main" id="{E871E3B2-6D10-A7C2-FBD0-A083F52FD753}"/>
              </a:ext>
            </a:extLst>
          </p:cNvPr>
          <p:cNvSpPr/>
          <p:nvPr/>
        </p:nvSpPr>
        <p:spPr>
          <a:xfrm>
            <a:off x="404387" y="3898220"/>
            <a:ext cx="3566750" cy="378055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4E4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36" name="Google Shape;236;p18">
            <a:extLst>
              <a:ext uri="{FF2B5EF4-FFF2-40B4-BE49-F238E27FC236}">
                <a16:creationId xmlns:a16="http://schemas.microsoft.com/office/drawing/2014/main" id="{33C9CF32-9715-4F1C-883D-BA28F47C68F8}"/>
              </a:ext>
            </a:extLst>
          </p:cNvPr>
          <p:cNvSpPr/>
          <p:nvPr/>
        </p:nvSpPr>
        <p:spPr>
          <a:xfrm>
            <a:off x="163119" y="10330907"/>
            <a:ext cx="2306727" cy="384542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407AAA"/>
              </a:buClr>
              <a:buSzPts val="1400"/>
            </a:pPr>
            <a:r>
              <a:rPr lang="en" sz="2400" b="1" dirty="0"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Kaiāulu</a:t>
            </a:r>
            <a:endParaRPr sz="2400" b="1" dirty="0">
              <a:solidFill>
                <a:srgbClr val="4C4C4C"/>
              </a:solidFill>
            </a:endParaRPr>
          </a:p>
        </p:txBody>
      </p:sp>
      <p:sp>
        <p:nvSpPr>
          <p:cNvPr id="237" name="Google Shape;237;p18">
            <a:extLst>
              <a:ext uri="{FF2B5EF4-FFF2-40B4-BE49-F238E27FC236}">
                <a16:creationId xmlns:a16="http://schemas.microsoft.com/office/drawing/2014/main" id="{FC2C1D2F-043F-1E03-3AB3-19DDFF61C11B}"/>
              </a:ext>
            </a:extLst>
          </p:cNvPr>
          <p:cNvSpPr txBox="1"/>
          <p:nvPr/>
        </p:nvSpPr>
        <p:spPr>
          <a:xfrm>
            <a:off x="6644897" y="10244241"/>
            <a:ext cx="7325103" cy="49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306"/>
              </a:spcBef>
            </a:pPr>
            <a:r>
              <a:rPr lang="en" sz="1000" u="sng" dirty="0">
                <a:solidFill>
                  <a:schemeClr val="bg2"/>
                </a:solidFill>
                <a:latin typeface="Source Sans 3"/>
                <a:ea typeface="Source Sans 3"/>
                <a:cs typeface="Source Sans 3"/>
                <a:sym typeface="Source Sans 3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r>
              <a:rPr lang="en" sz="1000" dirty="0">
                <a:solidFill>
                  <a:schemeClr val="bg2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000" dirty="0">
                <a:solidFill>
                  <a:srgbClr val="4C4C4C"/>
                </a:solidFill>
                <a:latin typeface="Source Sans 3"/>
                <a:ea typeface="Source Sans 3"/>
                <a:cs typeface="Source Sans 3"/>
                <a:sym typeface="Source Sans 3"/>
              </a:rPr>
              <a:t>Adam Graham, Samantha Limon, Carlos Paradis • Kaiaulu package version 0.0.0.9700 (in development) •  Updated: 2026-4</a:t>
            </a:r>
            <a:endParaRPr sz="1000" dirty="0">
              <a:solidFill>
                <a:srgbClr val="4C4C4C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38" name="Google Shape;238;p18">
            <a:extLst>
              <a:ext uri="{FF2B5EF4-FFF2-40B4-BE49-F238E27FC236}">
                <a16:creationId xmlns:a16="http://schemas.microsoft.com/office/drawing/2014/main" id="{652E21B7-70BE-F1CB-B082-57472A3475E2}"/>
              </a:ext>
            </a:extLst>
          </p:cNvPr>
          <p:cNvSpPr txBox="1"/>
          <p:nvPr/>
        </p:nvSpPr>
        <p:spPr>
          <a:xfrm>
            <a:off x="411063" y="4033487"/>
            <a:ext cx="3373792" cy="36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issue_tracker: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github: 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project_key_1: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owner: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repo: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issue_or_pr_comment: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issue_event: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commit: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commit_comments:</a:t>
            </a:r>
            <a:endParaRPr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pr_comments: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jira:</a:t>
            </a: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project_key_1:</a:t>
            </a:r>
          </a:p>
          <a:p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       issue_comments: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m</a:t>
            </a: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ailing_list: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mod_mbox: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project_key_1: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pipermail:</a:t>
            </a:r>
            <a:b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project_key_1:</a:t>
            </a:r>
          </a:p>
          <a:p>
            <a:endParaRPr lang="en" sz="11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r>
              <a:rPr lang="en-US" sz="11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   </a:t>
            </a:r>
          </a:p>
        </p:txBody>
      </p:sp>
      <p:sp>
        <p:nvSpPr>
          <p:cNvPr id="239" name="Google Shape;239;p18">
            <a:extLst>
              <a:ext uri="{FF2B5EF4-FFF2-40B4-BE49-F238E27FC236}">
                <a16:creationId xmlns:a16="http://schemas.microsoft.com/office/drawing/2014/main" id="{94360326-5D8B-C212-95A1-250F9BC6BA79}"/>
              </a:ext>
            </a:extLst>
          </p:cNvPr>
          <p:cNvSpPr txBox="1"/>
          <p:nvPr/>
        </p:nvSpPr>
        <p:spPr>
          <a:xfrm>
            <a:off x="1035666" y="3781476"/>
            <a:ext cx="2205042" cy="52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algn="ctr"/>
            <a:r>
              <a:rPr lang="en" sz="16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Required Fields</a:t>
            </a:r>
            <a:endParaRPr sz="16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0" name="Google Shape;240;p18">
            <a:extLst>
              <a:ext uri="{FF2B5EF4-FFF2-40B4-BE49-F238E27FC236}">
                <a16:creationId xmlns:a16="http://schemas.microsoft.com/office/drawing/2014/main" id="{23B2D91F-8F61-2CDC-8859-2659ED0B29F2}"/>
              </a:ext>
            </a:extLst>
          </p:cNvPr>
          <p:cNvSpPr txBox="1"/>
          <p:nvPr/>
        </p:nvSpPr>
        <p:spPr>
          <a:xfrm>
            <a:off x="190069" y="7749716"/>
            <a:ext cx="4170519" cy="651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You should also specify the required external tools in tools.yml: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1" name="Google Shape;241;p18">
            <a:extLst>
              <a:ext uri="{FF2B5EF4-FFF2-40B4-BE49-F238E27FC236}">
                <a16:creationId xmlns:a16="http://schemas.microsoft.com/office/drawing/2014/main" id="{41A7879C-D347-4F51-4DBE-100268177465}"/>
              </a:ext>
            </a:extLst>
          </p:cNvPr>
          <p:cNvSpPr/>
          <p:nvPr/>
        </p:nvSpPr>
        <p:spPr>
          <a:xfrm>
            <a:off x="366097" y="8845591"/>
            <a:ext cx="3599079" cy="101971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4E4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42" name="Google Shape;242;p18">
            <a:extLst>
              <a:ext uri="{FF2B5EF4-FFF2-40B4-BE49-F238E27FC236}">
                <a16:creationId xmlns:a16="http://schemas.microsoft.com/office/drawing/2014/main" id="{AF5A1450-C2C9-1914-9E38-151246D2BDF2}"/>
              </a:ext>
            </a:extLst>
          </p:cNvPr>
          <p:cNvSpPr txBox="1"/>
          <p:nvPr/>
        </p:nvSpPr>
        <p:spPr>
          <a:xfrm>
            <a:off x="0" y="9040390"/>
            <a:ext cx="4846757" cy="83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marL="557393" indent="-285750">
              <a:buClr>
                <a:schemeClr val="dk2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pysenti:</a:t>
            </a:r>
          </a:p>
          <a:p>
            <a:pPr marL="271643">
              <a:buClr>
                <a:schemeClr val="dk2"/>
              </a:buClr>
              <a:buSzPct val="100000"/>
            </a:pPr>
            <a:r>
              <a:rPr lang="en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       </a:t>
            </a:r>
            <a:r>
              <a:rPr lang="fr-FR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..\..\sentiment_classifier\exec\train_or_predict.py </a:t>
            </a:r>
          </a:p>
          <a:p>
            <a:pPr marL="557393" indent="-285750">
              <a:buClr>
                <a:schemeClr val="dk2"/>
              </a:buClr>
              <a:buSzPct val="100000"/>
              <a:buFont typeface="Arial" panose="020B0604020202020204" pitchFamily="34" charset="0"/>
              <a:buChar char="•"/>
            </a:pPr>
            <a:r>
              <a:rPr lang="en" sz="12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perceval: </a:t>
            </a:r>
            <a:endParaRPr sz="1200" b="1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3" name="Google Shape;243;p18">
            <a:extLst>
              <a:ext uri="{FF2B5EF4-FFF2-40B4-BE49-F238E27FC236}">
                <a16:creationId xmlns:a16="http://schemas.microsoft.com/office/drawing/2014/main" id="{437BA2D5-830A-A169-A8F6-4DF6BE4B5333}"/>
              </a:ext>
            </a:extLst>
          </p:cNvPr>
          <p:cNvSpPr txBox="1"/>
          <p:nvPr/>
        </p:nvSpPr>
        <p:spPr>
          <a:xfrm>
            <a:off x="274320" y="8302641"/>
            <a:ext cx="3702543" cy="66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25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Tools Config Setup</a:t>
            </a:r>
            <a:endParaRPr sz="25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44" name="Google Shape;244;p18">
            <a:extLst>
              <a:ext uri="{FF2B5EF4-FFF2-40B4-BE49-F238E27FC236}">
                <a16:creationId xmlns:a16="http://schemas.microsoft.com/office/drawing/2014/main" id="{8646127D-B17E-2A8F-756B-02F2F1257E17}"/>
              </a:ext>
            </a:extLst>
          </p:cNvPr>
          <p:cNvSpPr txBox="1"/>
          <p:nvPr/>
        </p:nvSpPr>
        <p:spPr>
          <a:xfrm>
            <a:off x="1196058" y="8767140"/>
            <a:ext cx="1801990" cy="52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algn="ctr"/>
            <a:r>
              <a:rPr lang="en" sz="1600" b="1" dirty="0">
                <a:solidFill>
                  <a:schemeClr val="tx1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Required Fields</a:t>
            </a:r>
            <a:endParaRPr sz="1600" dirty="0">
              <a:solidFill>
                <a:schemeClr val="tx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4" name="Google Shape;324;p18">
            <a:extLst>
              <a:ext uri="{FF2B5EF4-FFF2-40B4-BE49-F238E27FC236}">
                <a16:creationId xmlns:a16="http://schemas.microsoft.com/office/drawing/2014/main" id="{18328BE4-A8A2-804A-5D0A-15F094C636AE}"/>
              </a:ext>
            </a:extLst>
          </p:cNvPr>
          <p:cNvSpPr/>
          <p:nvPr/>
        </p:nvSpPr>
        <p:spPr>
          <a:xfrm>
            <a:off x="4317379" y="3604236"/>
            <a:ext cx="678035" cy="3387142"/>
          </a:xfrm>
          <a:prstGeom prst="rect">
            <a:avLst/>
          </a:prstGeom>
          <a:noFill/>
          <a:ln w="8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9816" tIns="119816" rIns="119816" bIns="119816" anchor="ctr" anchorCtr="0">
            <a:noAutofit/>
          </a:bodyPr>
          <a:lstStyle/>
          <a:p>
            <a:pPr algn="ctr"/>
            <a:endParaRPr sz="1835"/>
          </a:p>
        </p:txBody>
      </p:sp>
      <p:sp>
        <p:nvSpPr>
          <p:cNvPr id="325" name="Google Shape;325;p18">
            <a:extLst>
              <a:ext uri="{FF2B5EF4-FFF2-40B4-BE49-F238E27FC236}">
                <a16:creationId xmlns:a16="http://schemas.microsoft.com/office/drawing/2014/main" id="{B5364CD8-859A-0499-4C9B-57B714FB37F6}"/>
              </a:ext>
            </a:extLst>
          </p:cNvPr>
          <p:cNvSpPr txBox="1"/>
          <p:nvPr/>
        </p:nvSpPr>
        <p:spPr>
          <a:xfrm>
            <a:off x="4182474" y="3322603"/>
            <a:ext cx="1016224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Comments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26" name="Google Shape;326;p18">
            <a:extLst>
              <a:ext uri="{FF2B5EF4-FFF2-40B4-BE49-F238E27FC236}">
                <a16:creationId xmlns:a16="http://schemas.microsoft.com/office/drawing/2014/main" id="{00719950-966D-317B-D840-7CFA98853777}"/>
              </a:ext>
            </a:extLst>
          </p:cNvPr>
          <p:cNvSpPr/>
          <p:nvPr/>
        </p:nvSpPr>
        <p:spPr>
          <a:xfrm>
            <a:off x="4194019" y="3045285"/>
            <a:ext cx="5130353" cy="424999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327" name="Google Shape;327;p18">
            <a:extLst>
              <a:ext uri="{FF2B5EF4-FFF2-40B4-BE49-F238E27FC236}">
                <a16:creationId xmlns:a16="http://schemas.microsoft.com/office/drawing/2014/main" id="{62E10FFC-97DC-21C6-8A5B-0F49697D4990}"/>
              </a:ext>
            </a:extLst>
          </p:cNvPr>
          <p:cNvSpPr/>
          <p:nvPr/>
        </p:nvSpPr>
        <p:spPr>
          <a:xfrm>
            <a:off x="5354454" y="4556511"/>
            <a:ext cx="1008333" cy="824083"/>
          </a:xfrm>
          <a:prstGeom prst="rect">
            <a:avLst/>
          </a:prstGeom>
          <a:noFill/>
          <a:ln w="81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9816" tIns="119816" rIns="119816" bIns="119816" anchor="ctr" anchorCtr="0">
            <a:noAutofit/>
          </a:bodyPr>
          <a:lstStyle/>
          <a:p>
            <a:pPr algn="ctr"/>
            <a:endParaRPr sz="1835"/>
          </a:p>
        </p:txBody>
      </p:sp>
      <p:sp>
        <p:nvSpPr>
          <p:cNvPr id="328" name="Google Shape;328;p18">
            <a:extLst>
              <a:ext uri="{FF2B5EF4-FFF2-40B4-BE49-F238E27FC236}">
                <a16:creationId xmlns:a16="http://schemas.microsoft.com/office/drawing/2014/main" id="{5DE23F89-F903-3084-45F7-33CEDE89C94E}"/>
              </a:ext>
            </a:extLst>
          </p:cNvPr>
          <p:cNvSpPr txBox="1"/>
          <p:nvPr/>
        </p:nvSpPr>
        <p:spPr>
          <a:xfrm>
            <a:off x="5296279" y="4553712"/>
            <a:ext cx="1160964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sailuh/kaiaulu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329" name="Google Shape;329;p18">
            <a:extLst>
              <a:ext uri="{FF2B5EF4-FFF2-40B4-BE49-F238E27FC236}">
                <a16:creationId xmlns:a16="http://schemas.microsoft.com/office/drawing/2014/main" id="{F5BFAB30-BA7D-7157-6C0F-F2AAA05850BE}"/>
              </a:ext>
            </a:extLst>
          </p:cNvPr>
          <p:cNvCxnSpPr>
            <a:cxnSpLocks/>
          </p:cNvCxnSpPr>
          <p:nvPr/>
        </p:nvCxnSpPr>
        <p:spPr>
          <a:xfrm>
            <a:off x="5952575" y="5385245"/>
            <a:ext cx="0" cy="722646"/>
          </a:xfrm>
          <a:prstGeom prst="straightConnector1">
            <a:avLst/>
          </a:prstGeom>
          <a:noFill/>
          <a:ln w="81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0" name="Google Shape;330;p18">
            <a:extLst>
              <a:ext uri="{FF2B5EF4-FFF2-40B4-BE49-F238E27FC236}">
                <a16:creationId xmlns:a16="http://schemas.microsoft.com/office/drawing/2014/main" id="{C7211592-B4C7-1386-C225-8E1FD1F8D4DD}"/>
              </a:ext>
            </a:extLst>
          </p:cNvPr>
          <p:cNvSpPr txBox="1"/>
          <p:nvPr/>
        </p:nvSpPr>
        <p:spPr>
          <a:xfrm>
            <a:off x="5033888" y="6033865"/>
            <a:ext cx="1929855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engagement_sentiment()</a:t>
            </a:r>
            <a:endParaRPr sz="1200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1" name="Google Shape;331;p18">
            <a:extLst>
              <a:ext uri="{FF2B5EF4-FFF2-40B4-BE49-F238E27FC236}">
                <a16:creationId xmlns:a16="http://schemas.microsoft.com/office/drawing/2014/main" id="{460805C2-21B9-E041-579E-0757DE1D902E}"/>
              </a:ext>
            </a:extLst>
          </p:cNvPr>
          <p:cNvSpPr/>
          <p:nvPr/>
        </p:nvSpPr>
        <p:spPr>
          <a:xfrm>
            <a:off x="7515948" y="4568322"/>
            <a:ext cx="1769547" cy="846542"/>
          </a:xfrm>
          <a:prstGeom prst="rect">
            <a:avLst/>
          </a:prstGeom>
          <a:noFill/>
          <a:ln w="8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0389" tIns="120389" rIns="120389" bIns="120389" anchor="ctr" anchorCtr="0">
            <a:noAutofit/>
          </a:bodyPr>
          <a:lstStyle/>
          <a:p>
            <a:pPr algn="ctr"/>
            <a:endParaRPr sz="1844"/>
          </a:p>
        </p:txBody>
      </p:sp>
      <p:sp>
        <p:nvSpPr>
          <p:cNvPr id="332" name="Google Shape;332;p18">
            <a:extLst>
              <a:ext uri="{FF2B5EF4-FFF2-40B4-BE49-F238E27FC236}">
                <a16:creationId xmlns:a16="http://schemas.microsoft.com/office/drawing/2014/main" id="{5CCFCD62-09D7-5319-4E9D-2899EEC88E8E}"/>
              </a:ext>
            </a:extLst>
          </p:cNvPr>
          <p:cNvSpPr txBox="1"/>
          <p:nvPr/>
        </p:nvSpPr>
        <p:spPr>
          <a:xfrm>
            <a:off x="7418473" y="4553712"/>
            <a:ext cx="2000373" cy="42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389" tIns="120389" rIns="120389" bIns="120389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sailuh/sentiment_classifier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333" name="Google Shape;333;p18">
            <a:extLst>
              <a:ext uri="{FF2B5EF4-FFF2-40B4-BE49-F238E27FC236}">
                <a16:creationId xmlns:a16="http://schemas.microsoft.com/office/drawing/2014/main" id="{AF7D27F9-2CDB-9B59-FB07-5DA92CA191FA}"/>
              </a:ext>
            </a:extLst>
          </p:cNvPr>
          <p:cNvCxnSpPr/>
          <p:nvPr/>
        </p:nvCxnSpPr>
        <p:spPr>
          <a:xfrm rot="10800000" flipH="1">
            <a:off x="6492442" y="4936484"/>
            <a:ext cx="966625" cy="13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4" name="Google Shape;334;p18">
            <a:extLst>
              <a:ext uri="{FF2B5EF4-FFF2-40B4-BE49-F238E27FC236}">
                <a16:creationId xmlns:a16="http://schemas.microsoft.com/office/drawing/2014/main" id="{55299D25-3D69-31F2-ACB3-7F5BDE1D53E5}"/>
              </a:ext>
            </a:extLst>
          </p:cNvPr>
          <p:cNvCxnSpPr/>
          <p:nvPr/>
        </p:nvCxnSpPr>
        <p:spPr>
          <a:xfrm rot="10800000">
            <a:off x="6476284" y="5173043"/>
            <a:ext cx="966625" cy="137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5" name="Google Shape;335;p18">
            <a:extLst>
              <a:ext uri="{FF2B5EF4-FFF2-40B4-BE49-F238E27FC236}">
                <a16:creationId xmlns:a16="http://schemas.microsoft.com/office/drawing/2014/main" id="{00E874F6-0641-D49D-A042-7C9E9B4F6787}"/>
              </a:ext>
            </a:extLst>
          </p:cNvPr>
          <p:cNvSpPr txBox="1"/>
          <p:nvPr/>
        </p:nvSpPr>
        <p:spPr>
          <a:xfrm>
            <a:off x="6727292" y="5283981"/>
            <a:ext cx="645652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label</a:t>
            </a:r>
            <a:endParaRPr sz="120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37" name="Google Shape;337;p18">
            <a:extLst>
              <a:ext uri="{FF2B5EF4-FFF2-40B4-BE49-F238E27FC236}">
                <a16:creationId xmlns:a16="http://schemas.microsoft.com/office/drawing/2014/main" id="{030CB4A7-0046-DBFB-D066-8AC1B94A1C75}"/>
              </a:ext>
            </a:extLst>
          </p:cNvPr>
          <p:cNvSpPr txBox="1"/>
          <p:nvPr/>
        </p:nvSpPr>
        <p:spPr>
          <a:xfrm>
            <a:off x="6277667" y="4463179"/>
            <a:ext cx="1331930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pysenti_predict()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2" name="Google Shape;342;p18">
            <a:extLst>
              <a:ext uri="{FF2B5EF4-FFF2-40B4-BE49-F238E27FC236}">
                <a16:creationId xmlns:a16="http://schemas.microsoft.com/office/drawing/2014/main" id="{CEFA9090-6D3E-C16C-49E4-6F97BD56B6C4}"/>
              </a:ext>
            </a:extLst>
          </p:cNvPr>
          <p:cNvSpPr/>
          <p:nvPr/>
        </p:nvSpPr>
        <p:spPr>
          <a:xfrm>
            <a:off x="6544679" y="5602980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343" name="Google Shape;343;p18">
            <a:extLst>
              <a:ext uri="{FF2B5EF4-FFF2-40B4-BE49-F238E27FC236}">
                <a16:creationId xmlns:a16="http://schemas.microsoft.com/office/drawing/2014/main" id="{0702CD3B-73BA-B03C-DF87-C4E7A8917E52}"/>
              </a:ext>
            </a:extLst>
          </p:cNvPr>
          <p:cNvSpPr txBox="1"/>
          <p:nvPr/>
        </p:nvSpPr>
        <p:spPr>
          <a:xfrm>
            <a:off x="4467992" y="3197928"/>
            <a:ext cx="418917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(1)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4" name="Google Shape;344;p18">
            <a:extLst>
              <a:ext uri="{FF2B5EF4-FFF2-40B4-BE49-F238E27FC236}">
                <a16:creationId xmlns:a16="http://schemas.microsoft.com/office/drawing/2014/main" id="{DD08C4A6-F1EF-9E63-A1E0-6B0D71CE3519}"/>
              </a:ext>
            </a:extLst>
          </p:cNvPr>
          <p:cNvSpPr txBox="1"/>
          <p:nvPr/>
        </p:nvSpPr>
        <p:spPr>
          <a:xfrm>
            <a:off x="6754055" y="4635132"/>
            <a:ext cx="418917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(2)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5" name="Google Shape;345;p18">
            <a:extLst>
              <a:ext uri="{FF2B5EF4-FFF2-40B4-BE49-F238E27FC236}">
                <a16:creationId xmlns:a16="http://schemas.microsoft.com/office/drawing/2014/main" id="{0F252196-D84D-FC26-5979-659B7774DEE6}"/>
              </a:ext>
            </a:extLst>
          </p:cNvPr>
          <p:cNvSpPr txBox="1"/>
          <p:nvPr/>
        </p:nvSpPr>
        <p:spPr>
          <a:xfrm>
            <a:off x="6786908" y="5099880"/>
            <a:ext cx="418917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(4)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6" name="Google Shape;346;p18">
            <a:extLst>
              <a:ext uri="{FF2B5EF4-FFF2-40B4-BE49-F238E27FC236}">
                <a16:creationId xmlns:a16="http://schemas.microsoft.com/office/drawing/2014/main" id="{953CBEF9-842A-1FDE-B505-348CCA050158}"/>
              </a:ext>
            </a:extLst>
          </p:cNvPr>
          <p:cNvSpPr txBox="1"/>
          <p:nvPr/>
        </p:nvSpPr>
        <p:spPr>
          <a:xfrm>
            <a:off x="8152696" y="4735909"/>
            <a:ext cx="418917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(3)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47" name="Google Shape;347;p18">
            <a:extLst>
              <a:ext uri="{FF2B5EF4-FFF2-40B4-BE49-F238E27FC236}">
                <a16:creationId xmlns:a16="http://schemas.microsoft.com/office/drawing/2014/main" id="{5C956A37-F5B8-A1D2-67FB-2D879E9A02BA}"/>
              </a:ext>
            </a:extLst>
          </p:cNvPr>
          <p:cNvSpPr>
            <a:spLocks noChangeAspect="1"/>
          </p:cNvSpPr>
          <p:nvPr/>
        </p:nvSpPr>
        <p:spPr>
          <a:xfrm>
            <a:off x="7823901" y="5062324"/>
            <a:ext cx="287942" cy="2591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917"/>
          </a:p>
        </p:txBody>
      </p:sp>
      <p:sp>
        <p:nvSpPr>
          <p:cNvPr id="349" name="Google Shape;349;p18">
            <a:extLst>
              <a:ext uri="{FF2B5EF4-FFF2-40B4-BE49-F238E27FC236}">
                <a16:creationId xmlns:a16="http://schemas.microsoft.com/office/drawing/2014/main" id="{94B2CC07-2998-A372-1D43-2B446DD06470}"/>
              </a:ext>
            </a:extLst>
          </p:cNvPr>
          <p:cNvSpPr txBox="1"/>
          <p:nvPr/>
        </p:nvSpPr>
        <p:spPr>
          <a:xfrm>
            <a:off x="7737364" y="5012516"/>
            <a:ext cx="475871" cy="19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 panose="020B0303030403020204" pitchFamily="34" charset="0"/>
              </a:rPr>
              <a:t>ML</a:t>
            </a:r>
            <a:endParaRPr sz="1200" dirty="0">
              <a:solidFill>
                <a:schemeClr val="dk2"/>
              </a:solidFill>
              <a:latin typeface="Source Sans 3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357" name="Google Shape;357;p18">
            <a:extLst>
              <a:ext uri="{FF2B5EF4-FFF2-40B4-BE49-F238E27FC236}">
                <a16:creationId xmlns:a16="http://schemas.microsoft.com/office/drawing/2014/main" id="{4B1AEB97-D4DB-FF9B-DAE3-0CBAF7FC8D5E}"/>
              </a:ext>
            </a:extLst>
          </p:cNvPr>
          <p:cNvCxnSpPr>
            <a:cxnSpLocks/>
            <a:stCxn id="327" idx="0"/>
          </p:cNvCxnSpPr>
          <p:nvPr/>
        </p:nvCxnSpPr>
        <p:spPr>
          <a:xfrm rot="5400000" flipH="1" flipV="1">
            <a:off x="7147220" y="3261956"/>
            <a:ext cx="5956" cy="2583154"/>
          </a:xfrm>
          <a:prstGeom prst="bentConnector3">
            <a:avLst>
              <a:gd name="adj1" fmla="val 393814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8" name="Google Shape;358;p18">
            <a:extLst>
              <a:ext uri="{FF2B5EF4-FFF2-40B4-BE49-F238E27FC236}">
                <a16:creationId xmlns:a16="http://schemas.microsoft.com/office/drawing/2014/main" id="{0D2C0A36-F16B-7193-635E-79BD871CF067}"/>
              </a:ext>
            </a:extLst>
          </p:cNvPr>
          <p:cNvSpPr txBox="1"/>
          <p:nvPr/>
        </p:nvSpPr>
        <p:spPr>
          <a:xfrm>
            <a:off x="6221193" y="4001201"/>
            <a:ext cx="1814639" cy="28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pysenti_train_model()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359" name="Google Shape;359;p18">
            <a:extLst>
              <a:ext uri="{FF2B5EF4-FFF2-40B4-BE49-F238E27FC236}">
                <a16:creationId xmlns:a16="http://schemas.microsoft.com/office/drawing/2014/main" id="{46467B35-27D8-606F-905D-A2807274B8F7}"/>
              </a:ext>
            </a:extLst>
          </p:cNvPr>
          <p:cNvGrpSpPr/>
          <p:nvPr/>
        </p:nvGrpSpPr>
        <p:grpSpPr>
          <a:xfrm>
            <a:off x="4419669" y="3921890"/>
            <a:ext cx="469333" cy="289208"/>
            <a:chOff x="3007175" y="1757600"/>
            <a:chExt cx="307200" cy="189300"/>
          </a:xfrm>
        </p:grpSpPr>
        <p:sp>
          <p:nvSpPr>
            <p:cNvPr id="360" name="Google Shape;360;p18">
              <a:extLst>
                <a:ext uri="{FF2B5EF4-FFF2-40B4-BE49-F238E27FC236}">
                  <a16:creationId xmlns:a16="http://schemas.microsoft.com/office/drawing/2014/main" id="{5552ED3D-7140-5BCF-0E0D-CB0C4B03AB58}"/>
                </a:ext>
              </a:extLst>
            </p:cNvPr>
            <p:cNvSpPr/>
            <p:nvPr/>
          </p:nvSpPr>
          <p:spPr>
            <a:xfrm>
              <a:off x="3007175" y="1757600"/>
              <a:ext cx="307200" cy="189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61" name="Google Shape;361;p18">
              <a:extLst>
                <a:ext uri="{FF2B5EF4-FFF2-40B4-BE49-F238E27FC236}">
                  <a16:creationId xmlns:a16="http://schemas.microsoft.com/office/drawing/2014/main" id="{EF56074B-01E2-A143-0A4D-05CC270259BE}"/>
                </a:ext>
              </a:extLst>
            </p:cNvPr>
            <p:cNvSpPr/>
            <p:nvPr/>
          </p:nvSpPr>
          <p:spPr>
            <a:xfrm>
              <a:off x="3026600" y="1784425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62" name="Google Shape;362;p18">
              <a:extLst>
                <a:ext uri="{FF2B5EF4-FFF2-40B4-BE49-F238E27FC236}">
                  <a16:creationId xmlns:a16="http://schemas.microsoft.com/office/drawing/2014/main" id="{D1A7DB24-FC78-60E8-50FB-73BDDFB7F4D6}"/>
                </a:ext>
              </a:extLst>
            </p:cNvPr>
            <p:cNvSpPr/>
            <p:nvPr/>
          </p:nvSpPr>
          <p:spPr>
            <a:xfrm>
              <a:off x="3026600" y="1840363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63" name="Google Shape;363;p18">
              <a:extLst>
                <a:ext uri="{FF2B5EF4-FFF2-40B4-BE49-F238E27FC236}">
                  <a16:creationId xmlns:a16="http://schemas.microsoft.com/office/drawing/2014/main" id="{5066A050-0897-F4DC-5E98-874DBAC867B3}"/>
                </a:ext>
              </a:extLst>
            </p:cNvPr>
            <p:cNvSpPr/>
            <p:nvPr/>
          </p:nvSpPr>
          <p:spPr>
            <a:xfrm>
              <a:off x="3026600" y="1896300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cxnSp>
          <p:nvCxnSpPr>
            <p:cNvPr id="364" name="Google Shape;364;p18">
              <a:extLst>
                <a:ext uri="{FF2B5EF4-FFF2-40B4-BE49-F238E27FC236}">
                  <a16:creationId xmlns:a16="http://schemas.microsoft.com/office/drawing/2014/main" id="{75074D12-BF27-F10D-FA52-0768FB77B959}"/>
                </a:ext>
              </a:extLst>
            </p:cNvPr>
            <p:cNvCxnSpPr/>
            <p:nvPr/>
          </p:nvCxnSpPr>
          <p:spPr>
            <a:xfrm>
              <a:off x="3070825" y="179655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18">
              <a:extLst>
                <a:ext uri="{FF2B5EF4-FFF2-40B4-BE49-F238E27FC236}">
                  <a16:creationId xmlns:a16="http://schemas.microsoft.com/office/drawing/2014/main" id="{EDFD62A3-0370-575F-CD05-44296992C3D1}"/>
                </a:ext>
              </a:extLst>
            </p:cNvPr>
            <p:cNvCxnSpPr/>
            <p:nvPr/>
          </p:nvCxnSpPr>
          <p:spPr>
            <a:xfrm>
              <a:off x="3070825" y="185225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18">
              <a:extLst>
                <a:ext uri="{FF2B5EF4-FFF2-40B4-BE49-F238E27FC236}">
                  <a16:creationId xmlns:a16="http://schemas.microsoft.com/office/drawing/2014/main" id="{1BC1C72C-AF8E-2620-CAB6-B556AFB37EC8}"/>
                </a:ext>
              </a:extLst>
            </p:cNvPr>
            <p:cNvCxnSpPr/>
            <p:nvPr/>
          </p:nvCxnSpPr>
          <p:spPr>
            <a:xfrm>
              <a:off x="3070825" y="190980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7" name="Google Shape;367;p18">
            <a:extLst>
              <a:ext uri="{FF2B5EF4-FFF2-40B4-BE49-F238E27FC236}">
                <a16:creationId xmlns:a16="http://schemas.microsoft.com/office/drawing/2014/main" id="{C392C204-B4E0-5FF9-448F-3274F463595B}"/>
              </a:ext>
            </a:extLst>
          </p:cNvPr>
          <p:cNvGrpSpPr/>
          <p:nvPr/>
        </p:nvGrpSpPr>
        <p:grpSpPr>
          <a:xfrm>
            <a:off x="4419669" y="4560327"/>
            <a:ext cx="469333" cy="289208"/>
            <a:chOff x="3007175" y="1757600"/>
            <a:chExt cx="307200" cy="189300"/>
          </a:xfrm>
        </p:grpSpPr>
        <p:sp>
          <p:nvSpPr>
            <p:cNvPr id="368" name="Google Shape;368;p18">
              <a:extLst>
                <a:ext uri="{FF2B5EF4-FFF2-40B4-BE49-F238E27FC236}">
                  <a16:creationId xmlns:a16="http://schemas.microsoft.com/office/drawing/2014/main" id="{9566D899-0F79-D97D-39FA-1BAB104D7438}"/>
                </a:ext>
              </a:extLst>
            </p:cNvPr>
            <p:cNvSpPr/>
            <p:nvPr/>
          </p:nvSpPr>
          <p:spPr>
            <a:xfrm>
              <a:off x="3007175" y="1757600"/>
              <a:ext cx="307200" cy="189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69" name="Google Shape;369;p18">
              <a:extLst>
                <a:ext uri="{FF2B5EF4-FFF2-40B4-BE49-F238E27FC236}">
                  <a16:creationId xmlns:a16="http://schemas.microsoft.com/office/drawing/2014/main" id="{2914AA9F-B033-4ECA-9CE2-C4C06F6C4FC6}"/>
                </a:ext>
              </a:extLst>
            </p:cNvPr>
            <p:cNvSpPr/>
            <p:nvPr/>
          </p:nvSpPr>
          <p:spPr>
            <a:xfrm>
              <a:off x="3026600" y="1784425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70" name="Google Shape;370;p18">
              <a:extLst>
                <a:ext uri="{FF2B5EF4-FFF2-40B4-BE49-F238E27FC236}">
                  <a16:creationId xmlns:a16="http://schemas.microsoft.com/office/drawing/2014/main" id="{84D65723-88F3-4E1B-8D2A-A8EC1A102B5C}"/>
                </a:ext>
              </a:extLst>
            </p:cNvPr>
            <p:cNvSpPr/>
            <p:nvPr/>
          </p:nvSpPr>
          <p:spPr>
            <a:xfrm>
              <a:off x="3026600" y="1840363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sp>
          <p:nvSpPr>
            <p:cNvPr id="371" name="Google Shape;371;p18">
              <a:extLst>
                <a:ext uri="{FF2B5EF4-FFF2-40B4-BE49-F238E27FC236}">
                  <a16:creationId xmlns:a16="http://schemas.microsoft.com/office/drawing/2014/main" id="{AF81DC4A-11A5-CC8A-B2A4-DFC170D411A7}"/>
                </a:ext>
              </a:extLst>
            </p:cNvPr>
            <p:cNvSpPr/>
            <p:nvPr/>
          </p:nvSpPr>
          <p:spPr>
            <a:xfrm>
              <a:off x="3026600" y="1896300"/>
              <a:ext cx="25800" cy="270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cxnSp>
          <p:nvCxnSpPr>
            <p:cNvPr id="372" name="Google Shape;372;p18">
              <a:extLst>
                <a:ext uri="{FF2B5EF4-FFF2-40B4-BE49-F238E27FC236}">
                  <a16:creationId xmlns:a16="http://schemas.microsoft.com/office/drawing/2014/main" id="{D3335454-D0DD-8874-643C-3D25E590298F}"/>
                </a:ext>
              </a:extLst>
            </p:cNvPr>
            <p:cNvCxnSpPr/>
            <p:nvPr/>
          </p:nvCxnSpPr>
          <p:spPr>
            <a:xfrm>
              <a:off x="3070825" y="179655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18">
              <a:extLst>
                <a:ext uri="{FF2B5EF4-FFF2-40B4-BE49-F238E27FC236}">
                  <a16:creationId xmlns:a16="http://schemas.microsoft.com/office/drawing/2014/main" id="{C5EC53F7-F962-373C-CE1F-808E5A5E8B95}"/>
                </a:ext>
              </a:extLst>
            </p:cNvPr>
            <p:cNvCxnSpPr/>
            <p:nvPr/>
          </p:nvCxnSpPr>
          <p:spPr>
            <a:xfrm>
              <a:off x="3070825" y="185225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18">
              <a:extLst>
                <a:ext uri="{FF2B5EF4-FFF2-40B4-BE49-F238E27FC236}">
                  <a16:creationId xmlns:a16="http://schemas.microsoft.com/office/drawing/2014/main" id="{F96846E3-7B27-1B3F-E55F-DC66BD344993}"/>
                </a:ext>
              </a:extLst>
            </p:cNvPr>
            <p:cNvCxnSpPr/>
            <p:nvPr/>
          </p:nvCxnSpPr>
          <p:spPr>
            <a:xfrm>
              <a:off x="3070825" y="1909800"/>
              <a:ext cx="194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5" name="Google Shape;375;p18">
            <a:extLst>
              <a:ext uri="{FF2B5EF4-FFF2-40B4-BE49-F238E27FC236}">
                <a16:creationId xmlns:a16="http://schemas.microsoft.com/office/drawing/2014/main" id="{FF7806ED-874A-1ABC-A259-1FD94A2A122B}"/>
              </a:ext>
            </a:extLst>
          </p:cNvPr>
          <p:cNvSpPr txBox="1"/>
          <p:nvPr/>
        </p:nvSpPr>
        <p:spPr>
          <a:xfrm>
            <a:off x="4305039" y="3626785"/>
            <a:ext cx="699955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GitHub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76" name="Google Shape;376;p18">
            <a:extLst>
              <a:ext uri="{FF2B5EF4-FFF2-40B4-BE49-F238E27FC236}">
                <a16:creationId xmlns:a16="http://schemas.microsoft.com/office/drawing/2014/main" id="{130DA79E-C186-FD7F-640F-E92E841F752F}"/>
              </a:ext>
            </a:extLst>
          </p:cNvPr>
          <p:cNvSpPr txBox="1"/>
          <p:nvPr/>
        </p:nvSpPr>
        <p:spPr>
          <a:xfrm>
            <a:off x="4419669" y="4234443"/>
            <a:ext cx="541712" cy="426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Jira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377" name="Google Shape;377;p18">
            <a:extLst>
              <a:ext uri="{FF2B5EF4-FFF2-40B4-BE49-F238E27FC236}">
                <a16:creationId xmlns:a16="http://schemas.microsoft.com/office/drawing/2014/main" id="{AA8FDA29-795F-AC02-7E2C-3EB966E8126F}"/>
              </a:ext>
            </a:extLst>
          </p:cNvPr>
          <p:cNvGrpSpPr/>
          <p:nvPr/>
        </p:nvGrpSpPr>
        <p:grpSpPr>
          <a:xfrm>
            <a:off x="4419669" y="5447057"/>
            <a:ext cx="469333" cy="455125"/>
            <a:chOff x="3021975" y="2389850"/>
            <a:chExt cx="307200" cy="297900"/>
          </a:xfrm>
        </p:grpSpPr>
        <p:sp>
          <p:nvSpPr>
            <p:cNvPr id="378" name="Google Shape;378;p18">
              <a:extLst>
                <a:ext uri="{FF2B5EF4-FFF2-40B4-BE49-F238E27FC236}">
                  <a16:creationId xmlns:a16="http://schemas.microsoft.com/office/drawing/2014/main" id="{6A49C134-ECEA-594B-8C57-94216002DB48}"/>
                </a:ext>
              </a:extLst>
            </p:cNvPr>
            <p:cNvSpPr/>
            <p:nvPr/>
          </p:nvSpPr>
          <p:spPr>
            <a:xfrm>
              <a:off x="3021975" y="2498450"/>
              <a:ext cx="307200" cy="1893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9677" tIns="139677" rIns="139677" bIns="139677" anchor="ctr" anchorCtr="0">
              <a:noAutofit/>
            </a:bodyPr>
            <a:lstStyle/>
            <a:p>
              <a:pPr algn="ctr"/>
              <a:endParaRPr sz="3708"/>
            </a:p>
          </p:txBody>
        </p:sp>
        <p:grpSp>
          <p:nvGrpSpPr>
            <p:cNvPr id="379" name="Google Shape;379;p18">
              <a:extLst>
                <a:ext uri="{FF2B5EF4-FFF2-40B4-BE49-F238E27FC236}">
                  <a16:creationId xmlns:a16="http://schemas.microsoft.com/office/drawing/2014/main" id="{53527EF2-6874-8D06-F183-E75547A99605}"/>
                </a:ext>
              </a:extLst>
            </p:cNvPr>
            <p:cNvGrpSpPr/>
            <p:nvPr/>
          </p:nvGrpSpPr>
          <p:grpSpPr>
            <a:xfrm>
              <a:off x="3021975" y="2389850"/>
              <a:ext cx="307200" cy="295800"/>
              <a:chOff x="3021975" y="2389850"/>
              <a:chExt cx="307200" cy="295800"/>
            </a:xfrm>
          </p:grpSpPr>
          <p:sp>
            <p:nvSpPr>
              <p:cNvPr id="380" name="Google Shape;380;p18">
                <a:extLst>
                  <a:ext uri="{FF2B5EF4-FFF2-40B4-BE49-F238E27FC236}">
                    <a16:creationId xmlns:a16="http://schemas.microsoft.com/office/drawing/2014/main" id="{EC8E21CF-6678-6D5D-F8E7-66B09D1206A7}"/>
                  </a:ext>
                </a:extLst>
              </p:cNvPr>
              <p:cNvSpPr/>
              <p:nvPr/>
            </p:nvSpPr>
            <p:spPr>
              <a:xfrm>
                <a:off x="3021975" y="2389850"/>
                <a:ext cx="307200" cy="108600"/>
              </a:xfrm>
              <a:prstGeom prst="triangle">
                <a:avLst>
                  <a:gd name="adj" fmla="val 50155"/>
                </a:avLst>
              </a:prstGeom>
              <a:noFill/>
              <a:ln w="81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677" tIns="139677" rIns="139677" bIns="139677" anchor="ctr" anchorCtr="0">
                <a:noAutofit/>
              </a:bodyPr>
              <a:lstStyle/>
              <a:p>
                <a:pPr algn="ctr"/>
                <a:endParaRPr sz="3708"/>
              </a:p>
            </p:txBody>
          </p:sp>
          <p:sp>
            <p:nvSpPr>
              <p:cNvPr id="381" name="Google Shape;381;p18">
                <a:extLst>
                  <a:ext uri="{FF2B5EF4-FFF2-40B4-BE49-F238E27FC236}">
                    <a16:creationId xmlns:a16="http://schemas.microsoft.com/office/drawing/2014/main" id="{3940665D-0F9C-256D-0E96-5604AFC83398}"/>
                  </a:ext>
                </a:extLst>
              </p:cNvPr>
              <p:cNvSpPr/>
              <p:nvPr/>
            </p:nvSpPr>
            <p:spPr>
              <a:xfrm rot="10800000" flipH="1">
                <a:off x="3021975" y="2498450"/>
                <a:ext cx="307200" cy="108600"/>
              </a:xfrm>
              <a:prstGeom prst="triangle">
                <a:avLst>
                  <a:gd name="adj" fmla="val 50155"/>
                </a:avLst>
              </a:prstGeom>
              <a:noFill/>
              <a:ln w="81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677" tIns="139677" rIns="139677" bIns="139677" anchor="ctr" anchorCtr="0">
                <a:noAutofit/>
              </a:bodyPr>
              <a:lstStyle/>
              <a:p>
                <a:pPr algn="ctr"/>
                <a:endParaRPr sz="3708"/>
              </a:p>
            </p:txBody>
          </p:sp>
          <p:cxnSp>
            <p:nvCxnSpPr>
              <p:cNvPr id="382" name="Google Shape;382;p18">
                <a:extLst>
                  <a:ext uri="{FF2B5EF4-FFF2-40B4-BE49-F238E27FC236}">
                    <a16:creationId xmlns:a16="http://schemas.microsoft.com/office/drawing/2014/main" id="{A76F4A21-622F-6965-6D22-7693EDB77EA3}"/>
                  </a:ext>
                </a:extLst>
              </p:cNvPr>
              <p:cNvCxnSpPr/>
              <p:nvPr/>
            </p:nvCxnSpPr>
            <p:spPr>
              <a:xfrm rot="10800000" flipH="1">
                <a:off x="3025150" y="2588150"/>
                <a:ext cx="120600" cy="9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3" name="Google Shape;383;p18">
                <a:extLst>
                  <a:ext uri="{FF2B5EF4-FFF2-40B4-BE49-F238E27FC236}">
                    <a16:creationId xmlns:a16="http://schemas.microsoft.com/office/drawing/2014/main" id="{DFF6E287-10F7-D08F-0618-B8C5E643B958}"/>
                  </a:ext>
                </a:extLst>
              </p:cNvPr>
              <p:cNvCxnSpPr/>
              <p:nvPr/>
            </p:nvCxnSpPr>
            <p:spPr>
              <a:xfrm rot="10800000">
                <a:off x="3208563" y="2588150"/>
                <a:ext cx="120600" cy="9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4" name="Google Shape;384;p18">
                <a:extLst>
                  <a:ext uri="{FF2B5EF4-FFF2-40B4-BE49-F238E27FC236}">
                    <a16:creationId xmlns:a16="http://schemas.microsoft.com/office/drawing/2014/main" id="{4BE65B04-8C12-ED47-F7B5-CA6255AAE226}"/>
                  </a:ext>
                </a:extLst>
              </p:cNvPr>
              <p:cNvSpPr/>
              <p:nvPr/>
            </p:nvSpPr>
            <p:spPr>
              <a:xfrm>
                <a:off x="3101475" y="2457225"/>
                <a:ext cx="148200" cy="91800"/>
              </a:xfrm>
              <a:prstGeom prst="rect">
                <a:avLst/>
              </a:prstGeom>
              <a:solidFill>
                <a:schemeClr val="lt2"/>
              </a:solidFill>
              <a:ln w="81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677" tIns="139677" rIns="139677" bIns="139677" anchor="ctr" anchorCtr="0">
                <a:noAutofit/>
              </a:bodyPr>
              <a:lstStyle/>
              <a:p>
                <a:pPr algn="ctr"/>
                <a:endParaRPr sz="3708"/>
              </a:p>
            </p:txBody>
          </p:sp>
          <p:cxnSp>
            <p:nvCxnSpPr>
              <p:cNvPr id="385" name="Google Shape;385;p18">
                <a:extLst>
                  <a:ext uri="{FF2B5EF4-FFF2-40B4-BE49-F238E27FC236}">
                    <a16:creationId xmlns:a16="http://schemas.microsoft.com/office/drawing/2014/main" id="{6924CBE0-2794-C991-3D23-D1B31321A002}"/>
                  </a:ext>
                </a:extLst>
              </p:cNvPr>
              <p:cNvCxnSpPr/>
              <p:nvPr/>
            </p:nvCxnSpPr>
            <p:spPr>
              <a:xfrm>
                <a:off x="3121125" y="2480650"/>
                <a:ext cx="10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8">
                <a:extLst>
                  <a:ext uri="{FF2B5EF4-FFF2-40B4-BE49-F238E27FC236}">
                    <a16:creationId xmlns:a16="http://schemas.microsoft.com/office/drawing/2014/main" id="{4C3AF66B-0678-A42F-E3B9-34B2818B163C}"/>
                  </a:ext>
                </a:extLst>
              </p:cNvPr>
              <p:cNvCxnSpPr/>
              <p:nvPr/>
            </p:nvCxnSpPr>
            <p:spPr>
              <a:xfrm>
                <a:off x="3121125" y="2502075"/>
                <a:ext cx="10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8">
                <a:extLst>
                  <a:ext uri="{FF2B5EF4-FFF2-40B4-BE49-F238E27FC236}">
                    <a16:creationId xmlns:a16="http://schemas.microsoft.com/office/drawing/2014/main" id="{D6B55232-EF96-922B-0963-832B740BEAC8}"/>
                  </a:ext>
                </a:extLst>
              </p:cNvPr>
              <p:cNvCxnSpPr/>
              <p:nvPr/>
            </p:nvCxnSpPr>
            <p:spPr>
              <a:xfrm>
                <a:off x="3121125" y="2525600"/>
                <a:ext cx="10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8">
            <a:extLst>
              <a:ext uri="{FF2B5EF4-FFF2-40B4-BE49-F238E27FC236}">
                <a16:creationId xmlns:a16="http://schemas.microsoft.com/office/drawing/2014/main" id="{B4BB37DD-AD67-FDEA-4EA8-FD0BA1BC5336}"/>
              </a:ext>
            </a:extLst>
          </p:cNvPr>
          <p:cNvSpPr txBox="1"/>
          <p:nvPr/>
        </p:nvSpPr>
        <p:spPr>
          <a:xfrm>
            <a:off x="4227782" y="4935847"/>
            <a:ext cx="870375" cy="611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9816" tIns="119816" rIns="119816" bIns="119816" anchor="t" anchorCtr="0">
            <a:spAutoFit/>
          </a:bodyPr>
          <a:lstStyle/>
          <a:p>
            <a:pPr algn="ctr"/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Mailing Lists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cxnSp>
        <p:nvCxnSpPr>
          <p:cNvPr id="389" name="Google Shape;389;p18">
            <a:extLst>
              <a:ext uri="{FF2B5EF4-FFF2-40B4-BE49-F238E27FC236}">
                <a16:creationId xmlns:a16="http://schemas.microsoft.com/office/drawing/2014/main" id="{3120DA0A-EFB9-FE89-A01A-D31DA2EDB1EB}"/>
              </a:ext>
            </a:extLst>
          </p:cNvPr>
          <p:cNvCxnSpPr>
            <a:cxnSpLocks/>
          </p:cNvCxnSpPr>
          <p:nvPr/>
        </p:nvCxnSpPr>
        <p:spPr>
          <a:xfrm>
            <a:off x="4645700" y="6064488"/>
            <a:ext cx="0" cy="34226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390" name="Google Shape;390;p18">
            <a:extLst>
              <a:ext uri="{FF2B5EF4-FFF2-40B4-BE49-F238E27FC236}">
                <a16:creationId xmlns:a16="http://schemas.microsoft.com/office/drawing/2014/main" id="{D480BEFF-7C88-200F-FBAB-22F382673B0F}"/>
              </a:ext>
            </a:extLst>
          </p:cNvPr>
          <p:cNvSpPr/>
          <p:nvPr/>
        </p:nvSpPr>
        <p:spPr>
          <a:xfrm>
            <a:off x="4425267" y="6487978"/>
            <a:ext cx="469333" cy="289208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394" name="Google Shape;394;p18">
            <a:extLst>
              <a:ext uri="{FF2B5EF4-FFF2-40B4-BE49-F238E27FC236}">
                <a16:creationId xmlns:a16="http://schemas.microsoft.com/office/drawing/2014/main" id="{3E9B89F5-E767-AB39-3F65-4AF36C2AC3FE}"/>
              </a:ext>
            </a:extLst>
          </p:cNvPr>
          <p:cNvSpPr txBox="1"/>
          <p:nvPr/>
        </p:nvSpPr>
        <p:spPr>
          <a:xfrm>
            <a:off x="5815821" y="2698484"/>
            <a:ext cx="1886747" cy="289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sentiment_analysis.Rmd</a:t>
            </a:r>
            <a:endParaRPr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19" name="Google Shape;347;p18">
            <a:extLst>
              <a:ext uri="{FF2B5EF4-FFF2-40B4-BE49-F238E27FC236}">
                <a16:creationId xmlns:a16="http://schemas.microsoft.com/office/drawing/2014/main" id="{5158ADF8-9331-4F53-A58A-62994C5DE592}"/>
              </a:ext>
            </a:extLst>
          </p:cNvPr>
          <p:cNvSpPr>
            <a:spLocks noChangeAspect="1"/>
          </p:cNvSpPr>
          <p:nvPr/>
        </p:nvSpPr>
        <p:spPr>
          <a:xfrm>
            <a:off x="8123938" y="5062324"/>
            <a:ext cx="287942" cy="2591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917"/>
          </a:p>
        </p:txBody>
      </p:sp>
      <p:sp>
        <p:nvSpPr>
          <p:cNvPr id="397" name="Google Shape;347;p18">
            <a:extLst>
              <a:ext uri="{FF2B5EF4-FFF2-40B4-BE49-F238E27FC236}">
                <a16:creationId xmlns:a16="http://schemas.microsoft.com/office/drawing/2014/main" id="{47031FB1-475C-BB36-58FF-BA5AA8EEBE68}"/>
              </a:ext>
            </a:extLst>
          </p:cNvPr>
          <p:cNvSpPr>
            <a:spLocks noChangeAspect="1"/>
          </p:cNvSpPr>
          <p:nvPr/>
        </p:nvSpPr>
        <p:spPr>
          <a:xfrm>
            <a:off x="8423975" y="5061518"/>
            <a:ext cx="287942" cy="2591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917"/>
          </a:p>
        </p:txBody>
      </p:sp>
      <p:sp>
        <p:nvSpPr>
          <p:cNvPr id="398" name="Google Shape;347;p18">
            <a:extLst>
              <a:ext uri="{FF2B5EF4-FFF2-40B4-BE49-F238E27FC236}">
                <a16:creationId xmlns:a16="http://schemas.microsoft.com/office/drawing/2014/main" id="{58DEB551-AB00-F63D-D5DB-4C6A57176F84}"/>
              </a:ext>
            </a:extLst>
          </p:cNvPr>
          <p:cNvSpPr>
            <a:spLocks noChangeAspect="1"/>
          </p:cNvSpPr>
          <p:nvPr/>
        </p:nvSpPr>
        <p:spPr>
          <a:xfrm>
            <a:off x="8724042" y="5062324"/>
            <a:ext cx="287942" cy="25917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917"/>
          </a:p>
        </p:txBody>
      </p:sp>
      <p:sp>
        <p:nvSpPr>
          <p:cNvPr id="400" name="Google Shape;349;p18">
            <a:extLst>
              <a:ext uri="{FF2B5EF4-FFF2-40B4-BE49-F238E27FC236}">
                <a16:creationId xmlns:a16="http://schemas.microsoft.com/office/drawing/2014/main" id="{C96A7D98-9E22-1FE2-5AB8-4771790CB593}"/>
              </a:ext>
            </a:extLst>
          </p:cNvPr>
          <p:cNvSpPr txBox="1"/>
          <p:nvPr/>
        </p:nvSpPr>
        <p:spPr>
          <a:xfrm>
            <a:off x="8048117" y="5011325"/>
            <a:ext cx="475871" cy="19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 panose="020B0303030403020204" pitchFamily="34" charset="0"/>
              </a:rPr>
              <a:t>ML</a:t>
            </a:r>
            <a:endParaRPr sz="1200" dirty="0">
              <a:solidFill>
                <a:schemeClr val="dk2"/>
              </a:solidFill>
              <a:latin typeface="Source Sans 3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01" name="Google Shape;349;p18">
            <a:extLst>
              <a:ext uri="{FF2B5EF4-FFF2-40B4-BE49-F238E27FC236}">
                <a16:creationId xmlns:a16="http://schemas.microsoft.com/office/drawing/2014/main" id="{1669A03C-BB1E-FF05-3F64-9111C4AD6080}"/>
              </a:ext>
            </a:extLst>
          </p:cNvPr>
          <p:cNvSpPr txBox="1"/>
          <p:nvPr/>
        </p:nvSpPr>
        <p:spPr>
          <a:xfrm>
            <a:off x="8344583" y="5010134"/>
            <a:ext cx="475871" cy="19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 panose="020B0303030403020204" pitchFamily="34" charset="0"/>
              </a:rPr>
              <a:t>ML</a:t>
            </a:r>
            <a:endParaRPr sz="1200" dirty="0">
              <a:solidFill>
                <a:schemeClr val="dk2"/>
              </a:solidFill>
              <a:latin typeface="Source Sans 3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402" name="Google Shape;349;p18">
            <a:extLst>
              <a:ext uri="{FF2B5EF4-FFF2-40B4-BE49-F238E27FC236}">
                <a16:creationId xmlns:a16="http://schemas.microsoft.com/office/drawing/2014/main" id="{DE3A130B-74D1-640C-A232-B8A25ECE78E9}"/>
              </a:ext>
            </a:extLst>
          </p:cNvPr>
          <p:cNvSpPr txBox="1"/>
          <p:nvPr/>
        </p:nvSpPr>
        <p:spPr>
          <a:xfrm>
            <a:off x="8641049" y="5008943"/>
            <a:ext cx="475871" cy="19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2"/>
                </a:solidFill>
                <a:latin typeface="Source Sans 3" panose="020B0303030403020204" pitchFamily="34" charset="0"/>
              </a:rPr>
              <a:t>ML</a:t>
            </a:r>
            <a:endParaRPr sz="1200" dirty="0">
              <a:solidFill>
                <a:schemeClr val="dk2"/>
              </a:solidFill>
              <a:latin typeface="Source Sans 3" panose="020B0303030403020204" pitchFamily="34" charset="0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02" name="Google Shape;292;p18">
            <a:extLst>
              <a:ext uri="{FF2B5EF4-FFF2-40B4-BE49-F238E27FC236}">
                <a16:creationId xmlns:a16="http://schemas.microsoft.com/office/drawing/2014/main" id="{84A921B2-E24C-1DEF-A20B-07D60196B607}"/>
              </a:ext>
            </a:extLst>
          </p:cNvPr>
          <p:cNvSpPr/>
          <p:nvPr/>
        </p:nvSpPr>
        <p:spPr>
          <a:xfrm>
            <a:off x="5840053" y="6346726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03" name="Google Shape;293;p18">
            <a:extLst>
              <a:ext uri="{FF2B5EF4-FFF2-40B4-BE49-F238E27FC236}">
                <a16:creationId xmlns:a16="http://schemas.microsoft.com/office/drawing/2014/main" id="{D53D1FA0-607F-3019-F982-6E8D3720F305}"/>
              </a:ext>
            </a:extLst>
          </p:cNvPr>
          <p:cNvSpPr txBox="1"/>
          <p:nvPr/>
        </p:nvSpPr>
        <p:spPr>
          <a:xfrm>
            <a:off x="5703039" y="6317265"/>
            <a:ext cx="572742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0.25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cxnSp>
        <p:nvCxnSpPr>
          <p:cNvPr id="505" name="Connector: Elbow 504">
            <a:extLst>
              <a:ext uri="{FF2B5EF4-FFF2-40B4-BE49-F238E27FC236}">
                <a16:creationId xmlns:a16="http://schemas.microsoft.com/office/drawing/2014/main" id="{1A6A22F4-55FE-1DC1-C155-034E07913AA4}"/>
              </a:ext>
            </a:extLst>
          </p:cNvPr>
          <p:cNvCxnSpPr>
            <a:cxnSpLocks/>
            <a:endCxn id="327" idx="1"/>
          </p:cNvCxnSpPr>
          <p:nvPr/>
        </p:nvCxnSpPr>
        <p:spPr>
          <a:xfrm>
            <a:off x="4995414" y="4699000"/>
            <a:ext cx="359040" cy="2695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553B7A0-DEA7-6B93-CFBF-71C9A11A89B2}"/>
              </a:ext>
            </a:extLst>
          </p:cNvPr>
          <p:cNvGrpSpPr/>
          <p:nvPr/>
        </p:nvGrpSpPr>
        <p:grpSpPr>
          <a:xfrm>
            <a:off x="4995415" y="5116116"/>
            <a:ext cx="359040" cy="635397"/>
            <a:chOff x="4995414" y="5124450"/>
            <a:chExt cx="322797" cy="627063"/>
          </a:xfrm>
        </p:grpSpPr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71ED58C0-7B7B-E4B6-4BA9-ED85B650DDAF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4" y="5748338"/>
              <a:ext cx="15718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E9857CE6-48B6-C9C2-65A6-14A23394E719}"/>
                </a:ext>
              </a:extLst>
            </p:cNvPr>
            <p:cNvCxnSpPr/>
            <p:nvPr/>
          </p:nvCxnSpPr>
          <p:spPr>
            <a:xfrm flipV="1">
              <a:off x="5152600" y="5124450"/>
              <a:ext cx="0" cy="6270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2" name="Straight Arrow Connector 511">
              <a:extLst>
                <a:ext uri="{FF2B5EF4-FFF2-40B4-BE49-F238E27FC236}">
                  <a16:creationId xmlns:a16="http://schemas.microsoft.com/office/drawing/2014/main" id="{2DEB9116-4CF8-27BA-56CE-C38B03A7EA85}"/>
                </a:ext>
              </a:extLst>
            </p:cNvPr>
            <p:cNvCxnSpPr>
              <a:cxnSpLocks/>
            </p:cNvCxnSpPr>
            <p:nvPr/>
          </p:nvCxnSpPr>
          <p:spPr>
            <a:xfrm>
              <a:off x="5152600" y="5129213"/>
              <a:ext cx="1656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C5A79E-25E5-D747-E979-83A35EA25CDA}"/>
              </a:ext>
            </a:extLst>
          </p:cNvPr>
          <p:cNvGrpSpPr/>
          <p:nvPr/>
        </p:nvGrpSpPr>
        <p:grpSpPr>
          <a:xfrm>
            <a:off x="4995414" y="4014788"/>
            <a:ext cx="359040" cy="642937"/>
            <a:chOff x="4995414" y="4014788"/>
            <a:chExt cx="384401" cy="64293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96CD3FB-F6F3-891A-F16D-9DE8B7BB4EA5}"/>
                </a:ext>
              </a:extLst>
            </p:cNvPr>
            <p:cNvCxnSpPr>
              <a:cxnSpLocks/>
            </p:cNvCxnSpPr>
            <p:nvPr/>
          </p:nvCxnSpPr>
          <p:spPr>
            <a:xfrm>
              <a:off x="4995414" y="4014788"/>
              <a:ext cx="17547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150A26B-8108-E785-9AD7-525D46A71E9B}"/>
                </a:ext>
              </a:extLst>
            </p:cNvPr>
            <p:cNvCxnSpPr/>
            <p:nvPr/>
          </p:nvCxnSpPr>
          <p:spPr>
            <a:xfrm>
              <a:off x="5168503" y="4014788"/>
              <a:ext cx="0" cy="64293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772DA95-879F-707D-E3F4-281C06E773AC}"/>
                </a:ext>
              </a:extLst>
            </p:cNvPr>
            <p:cNvCxnSpPr>
              <a:cxnSpLocks/>
            </p:cNvCxnSpPr>
            <p:nvPr/>
          </p:nvCxnSpPr>
          <p:spPr>
            <a:xfrm>
              <a:off x="5163741" y="4657725"/>
              <a:ext cx="21607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Google Shape;342;p18">
            <a:extLst>
              <a:ext uri="{FF2B5EF4-FFF2-40B4-BE49-F238E27FC236}">
                <a16:creationId xmlns:a16="http://schemas.microsoft.com/office/drawing/2014/main" id="{6D0E33BC-9A85-1338-6695-02AA299FE4D1}"/>
              </a:ext>
            </a:extLst>
          </p:cNvPr>
          <p:cNvSpPr/>
          <p:nvPr/>
        </p:nvSpPr>
        <p:spPr>
          <a:xfrm>
            <a:off x="6913076" y="5603947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2" name="Google Shape;342;p18">
            <a:extLst>
              <a:ext uri="{FF2B5EF4-FFF2-40B4-BE49-F238E27FC236}">
                <a16:creationId xmlns:a16="http://schemas.microsoft.com/office/drawing/2014/main" id="{635C6A7A-D351-10A6-64FD-3FD5F6B03C6D}"/>
              </a:ext>
            </a:extLst>
          </p:cNvPr>
          <p:cNvSpPr/>
          <p:nvPr/>
        </p:nvSpPr>
        <p:spPr>
          <a:xfrm>
            <a:off x="7301918" y="5596454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4" name="Google Shape;342;p18">
            <a:extLst>
              <a:ext uri="{FF2B5EF4-FFF2-40B4-BE49-F238E27FC236}">
                <a16:creationId xmlns:a16="http://schemas.microsoft.com/office/drawing/2014/main" id="{A38AF74F-2BCC-6015-7DE1-E37FEA80AE13}"/>
              </a:ext>
            </a:extLst>
          </p:cNvPr>
          <p:cNvSpPr/>
          <p:nvPr/>
        </p:nvSpPr>
        <p:spPr>
          <a:xfrm>
            <a:off x="6853267" y="4366648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5" name="Google Shape;342;p18">
            <a:extLst>
              <a:ext uri="{FF2B5EF4-FFF2-40B4-BE49-F238E27FC236}">
                <a16:creationId xmlns:a16="http://schemas.microsoft.com/office/drawing/2014/main" id="{58ED08B0-65E5-0FEC-03B0-E5CA9B84FDB0}"/>
              </a:ext>
            </a:extLst>
          </p:cNvPr>
          <p:cNvSpPr/>
          <p:nvPr/>
        </p:nvSpPr>
        <p:spPr>
          <a:xfrm>
            <a:off x="8159758" y="8535909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6" name="Google Shape;342;p18">
            <a:extLst>
              <a:ext uri="{FF2B5EF4-FFF2-40B4-BE49-F238E27FC236}">
                <a16:creationId xmlns:a16="http://schemas.microsoft.com/office/drawing/2014/main" id="{F2BEC4D0-27FF-6CE6-2E86-F16F206F2AAA}"/>
              </a:ext>
            </a:extLst>
          </p:cNvPr>
          <p:cNvSpPr/>
          <p:nvPr/>
        </p:nvSpPr>
        <p:spPr>
          <a:xfrm>
            <a:off x="9140222" y="8531790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E0666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7" name="Google Shape;342;p18">
            <a:extLst>
              <a:ext uri="{FF2B5EF4-FFF2-40B4-BE49-F238E27FC236}">
                <a16:creationId xmlns:a16="http://schemas.microsoft.com/office/drawing/2014/main" id="{3585022B-4A25-1DC1-5BD4-F8956061B63B}"/>
              </a:ext>
            </a:extLst>
          </p:cNvPr>
          <p:cNvSpPr/>
          <p:nvPr/>
        </p:nvSpPr>
        <p:spPr>
          <a:xfrm>
            <a:off x="5008114" y="8722940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8" name="Google Shape;342;p18">
            <a:extLst>
              <a:ext uri="{FF2B5EF4-FFF2-40B4-BE49-F238E27FC236}">
                <a16:creationId xmlns:a16="http://schemas.microsoft.com/office/drawing/2014/main" id="{08303B46-72F8-1598-28AA-2B0858FA77A7}"/>
              </a:ext>
            </a:extLst>
          </p:cNvPr>
          <p:cNvSpPr/>
          <p:nvPr/>
        </p:nvSpPr>
        <p:spPr>
          <a:xfrm>
            <a:off x="6198486" y="7808399"/>
            <a:ext cx="204417" cy="175083"/>
          </a:xfrm>
          <a:prstGeom prst="wedgeRectCallout">
            <a:avLst>
              <a:gd name="adj1" fmla="val -34229"/>
              <a:gd name="adj2" fmla="val 9786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cxnSp>
        <p:nvCxnSpPr>
          <p:cNvPr id="21" name="Google Shape;389;p18">
            <a:extLst>
              <a:ext uri="{FF2B5EF4-FFF2-40B4-BE49-F238E27FC236}">
                <a16:creationId xmlns:a16="http://schemas.microsoft.com/office/drawing/2014/main" id="{3DFFFAE9-E568-471C-0479-24545A8342AB}"/>
              </a:ext>
            </a:extLst>
          </p:cNvPr>
          <p:cNvCxnSpPr>
            <a:cxnSpLocks/>
          </p:cNvCxnSpPr>
          <p:nvPr/>
        </p:nvCxnSpPr>
        <p:spPr>
          <a:xfrm>
            <a:off x="864275" y="7243816"/>
            <a:ext cx="0" cy="34226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16" name="Google Shape;212;p18">
            <a:extLst>
              <a:ext uri="{FF2B5EF4-FFF2-40B4-BE49-F238E27FC236}">
                <a16:creationId xmlns:a16="http://schemas.microsoft.com/office/drawing/2014/main" id="{62363C77-72EA-35DB-21B7-521401481CC7}"/>
              </a:ext>
            </a:extLst>
          </p:cNvPr>
          <p:cNvCxnSpPr>
            <a:cxnSpLocks/>
          </p:cNvCxnSpPr>
          <p:nvPr/>
        </p:nvCxnSpPr>
        <p:spPr>
          <a:xfrm rot="10800000">
            <a:off x="10806713" y="9657332"/>
            <a:ext cx="204417" cy="118708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7" name="Google Shape;213;p18">
            <a:extLst>
              <a:ext uri="{FF2B5EF4-FFF2-40B4-BE49-F238E27FC236}">
                <a16:creationId xmlns:a16="http://schemas.microsoft.com/office/drawing/2014/main" id="{0302D61E-8AC6-B77C-01ED-38120BB09432}"/>
              </a:ext>
            </a:extLst>
          </p:cNvPr>
          <p:cNvCxnSpPr>
            <a:cxnSpLocks/>
          </p:cNvCxnSpPr>
          <p:nvPr/>
        </p:nvCxnSpPr>
        <p:spPr>
          <a:xfrm rot="10800000">
            <a:off x="10800827" y="9552934"/>
            <a:ext cx="78375" cy="132000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8" name="Google Shape;214;p18">
            <a:extLst>
              <a:ext uri="{FF2B5EF4-FFF2-40B4-BE49-F238E27FC236}">
                <a16:creationId xmlns:a16="http://schemas.microsoft.com/office/drawing/2014/main" id="{0FC37CA0-3868-F635-6363-3492A4CC1850}"/>
              </a:ext>
            </a:extLst>
          </p:cNvPr>
          <p:cNvCxnSpPr>
            <a:cxnSpLocks/>
          </p:cNvCxnSpPr>
          <p:nvPr/>
        </p:nvCxnSpPr>
        <p:spPr>
          <a:xfrm flipH="1">
            <a:off x="10875492" y="9518435"/>
            <a:ext cx="327250" cy="160417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9" name="Google Shape;215;p18">
            <a:extLst>
              <a:ext uri="{FF2B5EF4-FFF2-40B4-BE49-F238E27FC236}">
                <a16:creationId xmlns:a16="http://schemas.microsoft.com/office/drawing/2014/main" id="{B5838D4D-F03E-DC13-1857-5165467B87F1}"/>
              </a:ext>
            </a:extLst>
          </p:cNvPr>
          <p:cNvSpPr/>
          <p:nvPr/>
        </p:nvSpPr>
        <p:spPr>
          <a:xfrm>
            <a:off x="10851819" y="9637116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pic>
        <p:nvPicPr>
          <p:cNvPr id="520" name="Google Shape;246;p18">
            <a:extLst>
              <a:ext uri="{FF2B5EF4-FFF2-40B4-BE49-F238E27FC236}">
                <a16:creationId xmlns:a16="http://schemas.microsoft.com/office/drawing/2014/main" id="{9E61FAE0-000E-2E3F-DE5E-F0955D697D8C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76869" y="6357242"/>
            <a:ext cx="3884579" cy="4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247;p18">
            <a:extLst>
              <a:ext uri="{FF2B5EF4-FFF2-40B4-BE49-F238E27FC236}">
                <a16:creationId xmlns:a16="http://schemas.microsoft.com/office/drawing/2014/main" id="{BFD60204-C832-078C-88BC-34BAA4BC0705}"/>
              </a:ext>
            </a:extLst>
          </p:cNvPr>
          <p:cNvSpPr txBox="1"/>
          <p:nvPr/>
        </p:nvSpPr>
        <p:spPr>
          <a:xfrm>
            <a:off x="13107900" y="6364735"/>
            <a:ext cx="843280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Timeline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22" name="Google Shape;248;p18">
            <a:extLst>
              <a:ext uri="{FF2B5EF4-FFF2-40B4-BE49-F238E27FC236}">
                <a16:creationId xmlns:a16="http://schemas.microsoft.com/office/drawing/2014/main" id="{95CE58B1-F1FE-8AAB-B447-30034EC796CB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76869" y="6729337"/>
            <a:ext cx="809211" cy="47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3" name="Google Shape;249;p18">
            <a:extLst>
              <a:ext uri="{FF2B5EF4-FFF2-40B4-BE49-F238E27FC236}">
                <a16:creationId xmlns:a16="http://schemas.microsoft.com/office/drawing/2014/main" id="{3C222691-8FA6-D98F-3296-BF9CC4C4E950}"/>
              </a:ext>
            </a:extLst>
          </p:cNvPr>
          <p:cNvCxnSpPr>
            <a:cxnSpLocks/>
          </p:cNvCxnSpPr>
          <p:nvPr/>
        </p:nvCxnSpPr>
        <p:spPr>
          <a:xfrm>
            <a:off x="9612954" y="7273091"/>
            <a:ext cx="547919" cy="22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4" name="Google Shape;250;p18">
            <a:extLst>
              <a:ext uri="{FF2B5EF4-FFF2-40B4-BE49-F238E27FC236}">
                <a16:creationId xmlns:a16="http://schemas.microsoft.com/office/drawing/2014/main" id="{3EE75C50-5887-C912-7DBE-D5173B54A387}"/>
              </a:ext>
            </a:extLst>
          </p:cNvPr>
          <p:cNvSpPr txBox="1"/>
          <p:nvPr/>
        </p:nvSpPr>
        <p:spPr>
          <a:xfrm>
            <a:off x="9615396" y="7323207"/>
            <a:ext cx="546544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Lag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525" name="Google Shape;251;p18">
            <a:extLst>
              <a:ext uri="{FF2B5EF4-FFF2-40B4-BE49-F238E27FC236}">
                <a16:creationId xmlns:a16="http://schemas.microsoft.com/office/drawing/2014/main" id="{3610051F-AD81-6F6A-F191-20C0ACECEE7E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98598" y="7233756"/>
            <a:ext cx="777249" cy="347527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253;p18">
            <a:extLst>
              <a:ext uri="{FF2B5EF4-FFF2-40B4-BE49-F238E27FC236}">
                <a16:creationId xmlns:a16="http://schemas.microsoft.com/office/drawing/2014/main" id="{A93CCA87-EB3D-72A6-240E-87E1B9DD4558}"/>
              </a:ext>
            </a:extLst>
          </p:cNvPr>
          <p:cNvSpPr txBox="1"/>
          <p:nvPr/>
        </p:nvSpPr>
        <p:spPr>
          <a:xfrm>
            <a:off x="10072720" y="6729029"/>
            <a:ext cx="1416856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 Window 1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7" name="Google Shape;254;p18">
            <a:extLst>
              <a:ext uri="{FF2B5EF4-FFF2-40B4-BE49-F238E27FC236}">
                <a16:creationId xmlns:a16="http://schemas.microsoft.com/office/drawing/2014/main" id="{58540324-FC1E-E693-1539-DD522F1C72F1}"/>
              </a:ext>
            </a:extLst>
          </p:cNvPr>
          <p:cNvSpPr txBox="1"/>
          <p:nvPr/>
        </p:nvSpPr>
        <p:spPr>
          <a:xfrm>
            <a:off x="11295671" y="6727664"/>
            <a:ext cx="678035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8" name="Google Shape;255;p18">
            <a:extLst>
              <a:ext uri="{FF2B5EF4-FFF2-40B4-BE49-F238E27FC236}">
                <a16:creationId xmlns:a16="http://schemas.microsoft.com/office/drawing/2014/main" id="{91A9887A-75D8-9176-E50D-0BF5F2DD7A1B}"/>
              </a:ext>
            </a:extLst>
          </p:cNvPr>
          <p:cNvSpPr txBox="1"/>
          <p:nvPr/>
        </p:nvSpPr>
        <p:spPr>
          <a:xfrm>
            <a:off x="11987647" y="6727350"/>
            <a:ext cx="537849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29" name="Google Shape;292;p18">
            <a:extLst>
              <a:ext uri="{FF2B5EF4-FFF2-40B4-BE49-F238E27FC236}">
                <a16:creationId xmlns:a16="http://schemas.microsoft.com/office/drawing/2014/main" id="{022D0C62-3FAA-E0DD-77BA-9D8B3829820C}"/>
              </a:ext>
            </a:extLst>
          </p:cNvPr>
          <p:cNvSpPr/>
          <p:nvPr/>
        </p:nvSpPr>
        <p:spPr>
          <a:xfrm>
            <a:off x="11755733" y="6825276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30" name="Google Shape;293;p18">
            <a:extLst>
              <a:ext uri="{FF2B5EF4-FFF2-40B4-BE49-F238E27FC236}">
                <a16:creationId xmlns:a16="http://schemas.microsoft.com/office/drawing/2014/main" id="{0165C04D-A063-E820-888A-0AB790902F45}"/>
              </a:ext>
            </a:extLst>
          </p:cNvPr>
          <p:cNvSpPr txBox="1"/>
          <p:nvPr/>
        </p:nvSpPr>
        <p:spPr>
          <a:xfrm>
            <a:off x="11623088" y="6798989"/>
            <a:ext cx="537849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0.25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cxnSp>
        <p:nvCxnSpPr>
          <p:cNvPr id="531" name="Google Shape;296;p18">
            <a:extLst>
              <a:ext uri="{FF2B5EF4-FFF2-40B4-BE49-F238E27FC236}">
                <a16:creationId xmlns:a16="http://schemas.microsoft.com/office/drawing/2014/main" id="{3AC020D3-81B6-0388-792D-5C5964705F0C}"/>
              </a:ext>
            </a:extLst>
          </p:cNvPr>
          <p:cNvCxnSpPr>
            <a:cxnSpLocks/>
          </p:cNvCxnSpPr>
          <p:nvPr/>
        </p:nvCxnSpPr>
        <p:spPr>
          <a:xfrm rot="10800000">
            <a:off x="9854524" y="8764317"/>
            <a:ext cx="0" cy="1392417"/>
          </a:xfrm>
          <a:prstGeom prst="straightConnector1">
            <a:avLst/>
          </a:prstGeom>
          <a:noFill/>
          <a:ln w="140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2" name="Google Shape;297;p18">
            <a:extLst>
              <a:ext uri="{FF2B5EF4-FFF2-40B4-BE49-F238E27FC236}">
                <a16:creationId xmlns:a16="http://schemas.microsoft.com/office/drawing/2014/main" id="{095255E6-D278-22EF-199C-F17C89C5A605}"/>
              </a:ext>
            </a:extLst>
          </p:cNvPr>
          <p:cNvCxnSpPr>
            <a:cxnSpLocks/>
          </p:cNvCxnSpPr>
          <p:nvPr/>
        </p:nvCxnSpPr>
        <p:spPr>
          <a:xfrm flipV="1">
            <a:off x="9853450" y="10156734"/>
            <a:ext cx="1484490" cy="2"/>
          </a:xfrm>
          <a:prstGeom prst="straightConnector1">
            <a:avLst/>
          </a:prstGeom>
          <a:noFill/>
          <a:ln w="140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3" name="Google Shape;298;p18">
            <a:extLst>
              <a:ext uri="{FF2B5EF4-FFF2-40B4-BE49-F238E27FC236}">
                <a16:creationId xmlns:a16="http://schemas.microsoft.com/office/drawing/2014/main" id="{8646DE19-8D73-B5EA-D195-DD22A30E749B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77216" y="9612570"/>
            <a:ext cx="260792" cy="518375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4" name="Google Shape;299;p18">
            <a:extLst>
              <a:ext uri="{FF2B5EF4-FFF2-40B4-BE49-F238E27FC236}">
                <a16:creationId xmlns:a16="http://schemas.microsoft.com/office/drawing/2014/main" id="{B0CAEC4E-57E1-B8B6-4C14-0FF9582C47FB}"/>
              </a:ext>
            </a:extLst>
          </p:cNvPr>
          <p:cNvCxnSpPr>
            <a:cxnSpLocks/>
          </p:cNvCxnSpPr>
          <p:nvPr/>
        </p:nvCxnSpPr>
        <p:spPr>
          <a:xfrm>
            <a:off x="10141071" y="9619000"/>
            <a:ext cx="245208" cy="245208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5" name="Google Shape;300;p18">
            <a:extLst>
              <a:ext uri="{FF2B5EF4-FFF2-40B4-BE49-F238E27FC236}">
                <a16:creationId xmlns:a16="http://schemas.microsoft.com/office/drawing/2014/main" id="{67DAAA6E-F98E-C67A-5EC5-AB4C22A989A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389217" y="9741783"/>
            <a:ext cx="226417" cy="112750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301;p18">
            <a:extLst>
              <a:ext uri="{FF2B5EF4-FFF2-40B4-BE49-F238E27FC236}">
                <a16:creationId xmlns:a16="http://schemas.microsoft.com/office/drawing/2014/main" id="{59C9756D-6A44-A340-1053-1FD9FA1B755E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615571" y="9537735"/>
            <a:ext cx="179208" cy="203958"/>
          </a:xfrm>
          <a:prstGeom prst="straightConnector1">
            <a:avLst/>
          </a:prstGeom>
          <a:noFill/>
          <a:ln w="140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302;p18">
            <a:extLst>
              <a:ext uri="{FF2B5EF4-FFF2-40B4-BE49-F238E27FC236}">
                <a16:creationId xmlns:a16="http://schemas.microsoft.com/office/drawing/2014/main" id="{E3F94C87-E411-CFBE-05F8-75D607BF1B67}"/>
              </a:ext>
            </a:extLst>
          </p:cNvPr>
          <p:cNvCxnSpPr>
            <a:cxnSpLocks/>
          </p:cNvCxnSpPr>
          <p:nvPr/>
        </p:nvCxnSpPr>
        <p:spPr>
          <a:xfrm rot="10800000" flipH="1">
            <a:off x="9882452" y="9804174"/>
            <a:ext cx="292875" cy="322208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303;p18">
            <a:extLst>
              <a:ext uri="{FF2B5EF4-FFF2-40B4-BE49-F238E27FC236}">
                <a16:creationId xmlns:a16="http://schemas.microsoft.com/office/drawing/2014/main" id="{9BD614F5-7742-B00F-1D02-1D014BF1E80F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160723" y="9653818"/>
            <a:ext cx="397833" cy="165917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9" name="Google Shape;304;p18">
            <a:extLst>
              <a:ext uri="{FF2B5EF4-FFF2-40B4-BE49-F238E27FC236}">
                <a16:creationId xmlns:a16="http://schemas.microsoft.com/office/drawing/2014/main" id="{80390C8D-EA5D-16B8-F644-62EBD99AA811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549411" y="9351877"/>
            <a:ext cx="63250" cy="304792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0" name="Google Shape;305;p18">
            <a:extLst>
              <a:ext uri="{FF2B5EF4-FFF2-40B4-BE49-F238E27FC236}">
                <a16:creationId xmlns:a16="http://schemas.microsoft.com/office/drawing/2014/main" id="{1AF4AD71-8DAE-1513-5282-ECD7D4D40AA1}"/>
              </a:ext>
            </a:extLst>
          </p:cNvPr>
          <p:cNvCxnSpPr>
            <a:cxnSpLocks/>
          </p:cNvCxnSpPr>
          <p:nvPr/>
        </p:nvCxnSpPr>
        <p:spPr>
          <a:xfrm rot="10800000">
            <a:off x="10615834" y="9370614"/>
            <a:ext cx="191125" cy="289208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1" name="Google Shape;306;p18">
            <a:extLst>
              <a:ext uri="{FF2B5EF4-FFF2-40B4-BE49-F238E27FC236}">
                <a16:creationId xmlns:a16="http://schemas.microsoft.com/office/drawing/2014/main" id="{24FD1FDA-5098-C031-7DA8-82EA54E4371B}"/>
              </a:ext>
            </a:extLst>
          </p:cNvPr>
          <p:cNvCxnSpPr>
            <a:cxnSpLocks/>
          </p:cNvCxnSpPr>
          <p:nvPr/>
        </p:nvCxnSpPr>
        <p:spPr>
          <a:xfrm flipH="1">
            <a:off x="11002049" y="9680994"/>
            <a:ext cx="220458" cy="93958"/>
          </a:xfrm>
          <a:prstGeom prst="straightConnector1">
            <a:avLst/>
          </a:prstGeom>
          <a:noFill/>
          <a:ln w="14025" cap="flat" cmpd="sng">
            <a:solidFill>
              <a:srgbClr val="628DB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2" name="Google Shape;307;p18">
            <a:extLst>
              <a:ext uri="{FF2B5EF4-FFF2-40B4-BE49-F238E27FC236}">
                <a16:creationId xmlns:a16="http://schemas.microsoft.com/office/drawing/2014/main" id="{9E653E8C-54F3-2AE0-C249-E1FB445C9E31}"/>
              </a:ext>
            </a:extLst>
          </p:cNvPr>
          <p:cNvSpPr/>
          <p:nvPr/>
        </p:nvSpPr>
        <p:spPr>
          <a:xfrm>
            <a:off x="10105385" y="9584102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3" name="Google Shape;308;p18">
            <a:extLst>
              <a:ext uri="{FF2B5EF4-FFF2-40B4-BE49-F238E27FC236}">
                <a16:creationId xmlns:a16="http://schemas.microsoft.com/office/drawing/2014/main" id="{4FB319CD-54C8-C15E-01EE-47FD4B42C33C}"/>
              </a:ext>
            </a:extLst>
          </p:cNvPr>
          <p:cNvSpPr/>
          <p:nvPr/>
        </p:nvSpPr>
        <p:spPr>
          <a:xfrm>
            <a:off x="10211069" y="9684974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4" name="Google Shape;309;p18">
            <a:extLst>
              <a:ext uri="{FF2B5EF4-FFF2-40B4-BE49-F238E27FC236}">
                <a16:creationId xmlns:a16="http://schemas.microsoft.com/office/drawing/2014/main" id="{82B4E74F-BF57-DDC4-4841-F180AEE05156}"/>
              </a:ext>
            </a:extLst>
          </p:cNvPr>
          <p:cNvSpPr/>
          <p:nvPr/>
        </p:nvSpPr>
        <p:spPr>
          <a:xfrm>
            <a:off x="10340510" y="9819724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5" name="Google Shape;310;p18">
            <a:extLst>
              <a:ext uri="{FF2B5EF4-FFF2-40B4-BE49-F238E27FC236}">
                <a16:creationId xmlns:a16="http://schemas.microsoft.com/office/drawing/2014/main" id="{DFB158CB-B7F6-99D9-26A6-D2B19F0333B0}"/>
              </a:ext>
            </a:extLst>
          </p:cNvPr>
          <p:cNvSpPr/>
          <p:nvPr/>
        </p:nvSpPr>
        <p:spPr>
          <a:xfrm>
            <a:off x="10561656" y="9706783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6" name="Google Shape;311;p18">
            <a:extLst>
              <a:ext uri="{FF2B5EF4-FFF2-40B4-BE49-F238E27FC236}">
                <a16:creationId xmlns:a16="http://schemas.microsoft.com/office/drawing/2014/main" id="{8A1AE323-649C-7F5C-4D2C-2BD73F864881}"/>
              </a:ext>
            </a:extLst>
          </p:cNvPr>
          <p:cNvSpPr/>
          <p:nvPr/>
        </p:nvSpPr>
        <p:spPr>
          <a:xfrm>
            <a:off x="10760000" y="9518446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7" name="Google Shape;312;p18">
            <a:extLst>
              <a:ext uri="{FF2B5EF4-FFF2-40B4-BE49-F238E27FC236}">
                <a16:creationId xmlns:a16="http://schemas.microsoft.com/office/drawing/2014/main" id="{AC23E29A-4B1A-5E4B-A485-40503B6E0AC9}"/>
              </a:ext>
            </a:extLst>
          </p:cNvPr>
          <p:cNvSpPr/>
          <p:nvPr/>
        </p:nvSpPr>
        <p:spPr>
          <a:xfrm>
            <a:off x="11150691" y="9503550"/>
            <a:ext cx="69667" cy="69667"/>
          </a:xfrm>
          <a:prstGeom prst="ellipse">
            <a:avLst/>
          </a:prstGeom>
          <a:solidFill>
            <a:srgbClr val="99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8" name="Google Shape;313;p18">
            <a:extLst>
              <a:ext uri="{FF2B5EF4-FFF2-40B4-BE49-F238E27FC236}">
                <a16:creationId xmlns:a16="http://schemas.microsoft.com/office/drawing/2014/main" id="{154FD6DA-A8AE-A227-9028-593E8402FFA4}"/>
              </a:ext>
            </a:extLst>
          </p:cNvPr>
          <p:cNvSpPr/>
          <p:nvPr/>
        </p:nvSpPr>
        <p:spPr>
          <a:xfrm>
            <a:off x="10134145" y="9776449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49" name="Google Shape;314;p18">
            <a:extLst>
              <a:ext uri="{FF2B5EF4-FFF2-40B4-BE49-F238E27FC236}">
                <a16:creationId xmlns:a16="http://schemas.microsoft.com/office/drawing/2014/main" id="{F2AF32A2-BE04-79C3-3549-0BF0EA850D02}"/>
              </a:ext>
            </a:extLst>
          </p:cNvPr>
          <p:cNvSpPr/>
          <p:nvPr/>
        </p:nvSpPr>
        <p:spPr>
          <a:xfrm>
            <a:off x="10508891" y="9622297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0" name="Google Shape;315;p18">
            <a:extLst>
              <a:ext uri="{FF2B5EF4-FFF2-40B4-BE49-F238E27FC236}">
                <a16:creationId xmlns:a16="http://schemas.microsoft.com/office/drawing/2014/main" id="{EF15E0CF-6EBA-6C61-C570-31A110857773}"/>
              </a:ext>
            </a:extLst>
          </p:cNvPr>
          <p:cNvSpPr/>
          <p:nvPr/>
        </p:nvSpPr>
        <p:spPr>
          <a:xfrm>
            <a:off x="10589672" y="9340727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1" name="Google Shape;316;p18">
            <a:extLst>
              <a:ext uri="{FF2B5EF4-FFF2-40B4-BE49-F238E27FC236}">
                <a16:creationId xmlns:a16="http://schemas.microsoft.com/office/drawing/2014/main" id="{0489AA5E-3BB1-C79B-8E77-D83DDC3015EE}"/>
              </a:ext>
            </a:extLst>
          </p:cNvPr>
          <p:cNvSpPr/>
          <p:nvPr/>
        </p:nvSpPr>
        <p:spPr>
          <a:xfrm>
            <a:off x="10775756" y="9622297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2" name="Google Shape;317;p18">
            <a:extLst>
              <a:ext uri="{FF2B5EF4-FFF2-40B4-BE49-F238E27FC236}">
                <a16:creationId xmlns:a16="http://schemas.microsoft.com/office/drawing/2014/main" id="{4A46BADA-87BC-5E23-B0CC-08BD2E6E1A4F}"/>
              </a:ext>
            </a:extLst>
          </p:cNvPr>
          <p:cNvSpPr/>
          <p:nvPr/>
        </p:nvSpPr>
        <p:spPr>
          <a:xfrm>
            <a:off x="10959356" y="9741769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3" name="Google Shape;318;p18">
            <a:extLst>
              <a:ext uri="{FF2B5EF4-FFF2-40B4-BE49-F238E27FC236}">
                <a16:creationId xmlns:a16="http://schemas.microsoft.com/office/drawing/2014/main" id="{FFC4B0B1-A0D9-F08C-1722-7863D5A5BEA0}"/>
              </a:ext>
            </a:extLst>
          </p:cNvPr>
          <p:cNvSpPr/>
          <p:nvPr/>
        </p:nvSpPr>
        <p:spPr>
          <a:xfrm>
            <a:off x="11186499" y="9656672"/>
            <a:ext cx="69667" cy="69667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4" name="Google Shape;320;p18">
            <a:extLst>
              <a:ext uri="{FF2B5EF4-FFF2-40B4-BE49-F238E27FC236}">
                <a16:creationId xmlns:a16="http://schemas.microsoft.com/office/drawing/2014/main" id="{69BF32FD-F1CF-AE36-096F-7CE42097919F}"/>
              </a:ext>
            </a:extLst>
          </p:cNvPr>
          <p:cNvSpPr/>
          <p:nvPr/>
        </p:nvSpPr>
        <p:spPr>
          <a:xfrm>
            <a:off x="11654458" y="9548645"/>
            <a:ext cx="109507" cy="116681"/>
          </a:xfrm>
          <a:prstGeom prst="rect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>
              <a:solidFill>
                <a:schemeClr val="dk1"/>
              </a:solidFill>
            </a:endParaRPr>
          </a:p>
        </p:txBody>
      </p:sp>
      <p:sp>
        <p:nvSpPr>
          <p:cNvPr id="555" name="Google Shape;321;p18">
            <a:extLst>
              <a:ext uri="{FF2B5EF4-FFF2-40B4-BE49-F238E27FC236}">
                <a16:creationId xmlns:a16="http://schemas.microsoft.com/office/drawing/2014/main" id="{2B74ED1A-6349-67F5-6DB4-C79042C2B02D}"/>
              </a:ext>
            </a:extLst>
          </p:cNvPr>
          <p:cNvSpPr txBox="1"/>
          <p:nvPr/>
        </p:nvSpPr>
        <p:spPr>
          <a:xfrm>
            <a:off x="11701136" y="9384268"/>
            <a:ext cx="1924501" cy="39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engagement_sentiment()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6" name="Google Shape;322;p18">
            <a:extLst>
              <a:ext uri="{FF2B5EF4-FFF2-40B4-BE49-F238E27FC236}">
                <a16:creationId xmlns:a16="http://schemas.microsoft.com/office/drawing/2014/main" id="{F6883A22-CFE0-1C5B-D7D5-E6A2EE794AA0}"/>
              </a:ext>
            </a:extLst>
          </p:cNvPr>
          <p:cNvSpPr txBox="1"/>
          <p:nvPr/>
        </p:nvSpPr>
        <p:spPr>
          <a:xfrm>
            <a:off x="11701136" y="9059354"/>
            <a:ext cx="2332976" cy="399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-US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e</a:t>
            </a:r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ngagement_communication()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57" name="Google Shape;292;p18">
            <a:extLst>
              <a:ext uri="{FF2B5EF4-FFF2-40B4-BE49-F238E27FC236}">
                <a16:creationId xmlns:a16="http://schemas.microsoft.com/office/drawing/2014/main" id="{51ADE1D9-140A-E990-30D7-FB0294D63D54}"/>
              </a:ext>
            </a:extLst>
          </p:cNvPr>
          <p:cNvSpPr/>
          <p:nvPr/>
        </p:nvSpPr>
        <p:spPr>
          <a:xfrm>
            <a:off x="9735851" y="6977723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58" name="Google Shape;293;p18">
            <a:extLst>
              <a:ext uri="{FF2B5EF4-FFF2-40B4-BE49-F238E27FC236}">
                <a16:creationId xmlns:a16="http://schemas.microsoft.com/office/drawing/2014/main" id="{39209D3C-E73F-A150-709C-CDA9362C0D6E}"/>
              </a:ext>
            </a:extLst>
          </p:cNvPr>
          <p:cNvSpPr txBox="1"/>
          <p:nvPr/>
        </p:nvSpPr>
        <p:spPr>
          <a:xfrm>
            <a:off x="9628606" y="6945086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0.3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59" name="Google Shape;292;p18">
            <a:extLst>
              <a:ext uri="{FF2B5EF4-FFF2-40B4-BE49-F238E27FC236}">
                <a16:creationId xmlns:a16="http://schemas.microsoft.com/office/drawing/2014/main" id="{8FBEBE27-18D0-C0FB-C4E2-9B993374A8D2}"/>
              </a:ext>
            </a:extLst>
          </p:cNvPr>
          <p:cNvSpPr/>
          <p:nvPr/>
        </p:nvSpPr>
        <p:spPr>
          <a:xfrm>
            <a:off x="12432773" y="6820794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60" name="Google Shape;293;p18">
            <a:extLst>
              <a:ext uri="{FF2B5EF4-FFF2-40B4-BE49-F238E27FC236}">
                <a16:creationId xmlns:a16="http://schemas.microsoft.com/office/drawing/2014/main" id="{982C3487-74C4-539D-F43A-255E73F4844E}"/>
              </a:ext>
            </a:extLst>
          </p:cNvPr>
          <p:cNvSpPr txBox="1"/>
          <p:nvPr/>
        </p:nvSpPr>
        <p:spPr>
          <a:xfrm>
            <a:off x="12382678" y="6788157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2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61" name="Google Shape;292;p18">
            <a:extLst>
              <a:ext uri="{FF2B5EF4-FFF2-40B4-BE49-F238E27FC236}">
                <a16:creationId xmlns:a16="http://schemas.microsoft.com/office/drawing/2014/main" id="{58F68459-6F1C-A7F1-9987-F6DDE9F09761}"/>
              </a:ext>
            </a:extLst>
          </p:cNvPr>
          <p:cNvSpPr/>
          <p:nvPr/>
        </p:nvSpPr>
        <p:spPr>
          <a:xfrm>
            <a:off x="9612245" y="6688526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62" name="Google Shape;293;p18">
            <a:extLst>
              <a:ext uri="{FF2B5EF4-FFF2-40B4-BE49-F238E27FC236}">
                <a16:creationId xmlns:a16="http://schemas.microsoft.com/office/drawing/2014/main" id="{6826596B-7494-1489-C456-6530F291B5D8}"/>
              </a:ext>
            </a:extLst>
          </p:cNvPr>
          <p:cNvSpPr txBox="1"/>
          <p:nvPr/>
        </p:nvSpPr>
        <p:spPr>
          <a:xfrm>
            <a:off x="9568500" y="6655889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2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63" name="Google Shape;292;p18">
            <a:extLst>
              <a:ext uri="{FF2B5EF4-FFF2-40B4-BE49-F238E27FC236}">
                <a16:creationId xmlns:a16="http://schemas.microsoft.com/office/drawing/2014/main" id="{3B2962FC-A390-50B1-4CD6-33B2B1F1C1D2}"/>
              </a:ext>
            </a:extLst>
          </p:cNvPr>
          <p:cNvSpPr/>
          <p:nvPr/>
        </p:nvSpPr>
        <p:spPr>
          <a:xfrm>
            <a:off x="9864308" y="6696773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64" name="Google Shape;293;p18">
            <a:extLst>
              <a:ext uri="{FF2B5EF4-FFF2-40B4-BE49-F238E27FC236}">
                <a16:creationId xmlns:a16="http://schemas.microsoft.com/office/drawing/2014/main" id="{D8A16CEE-D6CD-ED24-E26F-3697AAE4FFE6}"/>
              </a:ext>
            </a:extLst>
          </p:cNvPr>
          <p:cNvSpPr txBox="1"/>
          <p:nvPr/>
        </p:nvSpPr>
        <p:spPr>
          <a:xfrm>
            <a:off x="9757063" y="6664136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0.2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pic>
        <p:nvPicPr>
          <p:cNvPr id="565" name="Google Shape;248;p18">
            <a:extLst>
              <a:ext uri="{FF2B5EF4-FFF2-40B4-BE49-F238E27FC236}">
                <a16:creationId xmlns:a16="http://schemas.microsoft.com/office/drawing/2014/main" id="{1673BCAB-15A9-188D-91E2-7CEA1B9D3CD2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13212" y="7303190"/>
            <a:ext cx="809211" cy="47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6" name="Google Shape;249;p18">
            <a:extLst>
              <a:ext uri="{FF2B5EF4-FFF2-40B4-BE49-F238E27FC236}">
                <a16:creationId xmlns:a16="http://schemas.microsoft.com/office/drawing/2014/main" id="{A7878617-C69F-91D9-FB91-D568834DAC57}"/>
              </a:ext>
            </a:extLst>
          </p:cNvPr>
          <p:cNvCxnSpPr>
            <a:cxnSpLocks/>
          </p:cNvCxnSpPr>
          <p:nvPr/>
        </p:nvCxnSpPr>
        <p:spPr>
          <a:xfrm>
            <a:off x="10149297" y="7846944"/>
            <a:ext cx="547919" cy="22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7" name="Google Shape;253;p18">
            <a:extLst>
              <a:ext uri="{FF2B5EF4-FFF2-40B4-BE49-F238E27FC236}">
                <a16:creationId xmlns:a16="http://schemas.microsoft.com/office/drawing/2014/main" id="{15AF44AD-813D-01A7-AC56-3E1C2B21273F}"/>
              </a:ext>
            </a:extLst>
          </p:cNvPr>
          <p:cNvSpPr txBox="1"/>
          <p:nvPr/>
        </p:nvSpPr>
        <p:spPr>
          <a:xfrm>
            <a:off x="10609063" y="7302882"/>
            <a:ext cx="1416856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 Window 2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8" name="Google Shape;254;p18">
            <a:extLst>
              <a:ext uri="{FF2B5EF4-FFF2-40B4-BE49-F238E27FC236}">
                <a16:creationId xmlns:a16="http://schemas.microsoft.com/office/drawing/2014/main" id="{412BC80E-A462-0994-85B5-FB4E208E74F3}"/>
              </a:ext>
            </a:extLst>
          </p:cNvPr>
          <p:cNvSpPr txBox="1"/>
          <p:nvPr/>
        </p:nvSpPr>
        <p:spPr>
          <a:xfrm>
            <a:off x="11832014" y="7301517"/>
            <a:ext cx="678035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69" name="Google Shape;255;p18">
            <a:extLst>
              <a:ext uri="{FF2B5EF4-FFF2-40B4-BE49-F238E27FC236}">
                <a16:creationId xmlns:a16="http://schemas.microsoft.com/office/drawing/2014/main" id="{29B6A096-31C8-674A-B266-8EC3D82DD4D5}"/>
              </a:ext>
            </a:extLst>
          </p:cNvPr>
          <p:cNvSpPr txBox="1"/>
          <p:nvPr/>
        </p:nvSpPr>
        <p:spPr>
          <a:xfrm>
            <a:off x="12523990" y="7301203"/>
            <a:ext cx="537849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70" name="Google Shape;292;p18">
            <a:extLst>
              <a:ext uri="{FF2B5EF4-FFF2-40B4-BE49-F238E27FC236}">
                <a16:creationId xmlns:a16="http://schemas.microsoft.com/office/drawing/2014/main" id="{F3CC8320-F1B0-0516-0B43-23680A27DC6F}"/>
              </a:ext>
            </a:extLst>
          </p:cNvPr>
          <p:cNvSpPr/>
          <p:nvPr/>
        </p:nvSpPr>
        <p:spPr>
          <a:xfrm>
            <a:off x="12292076" y="7399129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71" name="Google Shape;293;p18">
            <a:extLst>
              <a:ext uri="{FF2B5EF4-FFF2-40B4-BE49-F238E27FC236}">
                <a16:creationId xmlns:a16="http://schemas.microsoft.com/office/drawing/2014/main" id="{733BF473-1A9D-744B-C935-D404DE1463BF}"/>
              </a:ext>
            </a:extLst>
          </p:cNvPr>
          <p:cNvSpPr txBox="1"/>
          <p:nvPr/>
        </p:nvSpPr>
        <p:spPr>
          <a:xfrm>
            <a:off x="12153873" y="7366492"/>
            <a:ext cx="564637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0.01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72" name="Google Shape;292;p18">
            <a:extLst>
              <a:ext uri="{FF2B5EF4-FFF2-40B4-BE49-F238E27FC236}">
                <a16:creationId xmlns:a16="http://schemas.microsoft.com/office/drawing/2014/main" id="{29698CD6-C7F8-F29A-8AC2-E895121BEA06}"/>
              </a:ext>
            </a:extLst>
          </p:cNvPr>
          <p:cNvSpPr/>
          <p:nvPr/>
        </p:nvSpPr>
        <p:spPr>
          <a:xfrm>
            <a:off x="10149975" y="7530323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73" name="Google Shape;293;p18">
            <a:extLst>
              <a:ext uri="{FF2B5EF4-FFF2-40B4-BE49-F238E27FC236}">
                <a16:creationId xmlns:a16="http://schemas.microsoft.com/office/drawing/2014/main" id="{26216C2C-4995-511F-76A2-C1FD965DAB9D}"/>
              </a:ext>
            </a:extLst>
          </p:cNvPr>
          <p:cNvSpPr txBox="1"/>
          <p:nvPr/>
        </p:nvSpPr>
        <p:spPr>
          <a:xfrm>
            <a:off x="10042730" y="7497686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0.8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574" name="Google Shape;292;p18">
            <a:extLst>
              <a:ext uri="{FF2B5EF4-FFF2-40B4-BE49-F238E27FC236}">
                <a16:creationId xmlns:a16="http://schemas.microsoft.com/office/drawing/2014/main" id="{8FA9D1BC-2DAC-B1E0-8F98-0A07F9341364}"/>
              </a:ext>
            </a:extLst>
          </p:cNvPr>
          <p:cNvSpPr/>
          <p:nvPr/>
        </p:nvSpPr>
        <p:spPr>
          <a:xfrm>
            <a:off x="12969116" y="7394647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575" name="Google Shape;293;p18">
            <a:extLst>
              <a:ext uri="{FF2B5EF4-FFF2-40B4-BE49-F238E27FC236}">
                <a16:creationId xmlns:a16="http://schemas.microsoft.com/office/drawing/2014/main" id="{A22D0F5E-6B14-567C-E980-BDFE0E73AAA6}"/>
              </a:ext>
            </a:extLst>
          </p:cNvPr>
          <p:cNvSpPr txBox="1"/>
          <p:nvPr/>
        </p:nvSpPr>
        <p:spPr>
          <a:xfrm>
            <a:off x="12919021" y="7371535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192" name="Google Shape;292;p18">
            <a:extLst>
              <a:ext uri="{FF2B5EF4-FFF2-40B4-BE49-F238E27FC236}">
                <a16:creationId xmlns:a16="http://schemas.microsoft.com/office/drawing/2014/main" id="{C4710EF4-F989-76B9-5E49-D3D2657A26F0}"/>
              </a:ext>
            </a:extLst>
          </p:cNvPr>
          <p:cNvSpPr/>
          <p:nvPr/>
        </p:nvSpPr>
        <p:spPr>
          <a:xfrm>
            <a:off x="10148588" y="7262379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93" name="Google Shape;293;p18">
            <a:extLst>
              <a:ext uri="{FF2B5EF4-FFF2-40B4-BE49-F238E27FC236}">
                <a16:creationId xmlns:a16="http://schemas.microsoft.com/office/drawing/2014/main" id="{7D2F9CFE-6522-FD79-CFD0-D98012009A46}"/>
              </a:ext>
            </a:extLst>
          </p:cNvPr>
          <p:cNvSpPr txBox="1"/>
          <p:nvPr/>
        </p:nvSpPr>
        <p:spPr>
          <a:xfrm>
            <a:off x="10012771" y="7227361"/>
            <a:ext cx="57452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-0.5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194" name="Google Shape;292;p18">
            <a:extLst>
              <a:ext uri="{FF2B5EF4-FFF2-40B4-BE49-F238E27FC236}">
                <a16:creationId xmlns:a16="http://schemas.microsoft.com/office/drawing/2014/main" id="{1ECBE82D-B179-25C8-3D71-AB644D90B77B}"/>
              </a:ext>
            </a:extLst>
          </p:cNvPr>
          <p:cNvSpPr/>
          <p:nvPr/>
        </p:nvSpPr>
        <p:spPr>
          <a:xfrm>
            <a:off x="10400651" y="7270626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95" name="Google Shape;293;p18">
            <a:extLst>
              <a:ext uri="{FF2B5EF4-FFF2-40B4-BE49-F238E27FC236}">
                <a16:creationId xmlns:a16="http://schemas.microsoft.com/office/drawing/2014/main" id="{1EBD7996-FE64-014C-935F-6A0E6131DB31}"/>
              </a:ext>
            </a:extLst>
          </p:cNvPr>
          <p:cNvSpPr txBox="1"/>
          <p:nvPr/>
        </p:nvSpPr>
        <p:spPr>
          <a:xfrm>
            <a:off x="10344206" y="7237989"/>
            <a:ext cx="48051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5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196" name="Google Shape;292;p18">
            <a:extLst>
              <a:ext uri="{FF2B5EF4-FFF2-40B4-BE49-F238E27FC236}">
                <a16:creationId xmlns:a16="http://schemas.microsoft.com/office/drawing/2014/main" id="{C0BC3F63-3243-3265-8576-BC5F114D02C4}"/>
              </a:ext>
            </a:extLst>
          </p:cNvPr>
          <p:cNvSpPr/>
          <p:nvPr/>
        </p:nvSpPr>
        <p:spPr>
          <a:xfrm>
            <a:off x="10412947" y="7538934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197" name="Google Shape;293;p18">
            <a:extLst>
              <a:ext uri="{FF2B5EF4-FFF2-40B4-BE49-F238E27FC236}">
                <a16:creationId xmlns:a16="http://schemas.microsoft.com/office/drawing/2014/main" id="{3D514178-4B0E-119D-94DD-4919F2023407}"/>
              </a:ext>
            </a:extLst>
          </p:cNvPr>
          <p:cNvSpPr txBox="1"/>
          <p:nvPr/>
        </p:nvSpPr>
        <p:spPr>
          <a:xfrm>
            <a:off x="10274746" y="7503915"/>
            <a:ext cx="546544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0.27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cxnSp>
        <p:nvCxnSpPr>
          <p:cNvPr id="198" name="Google Shape;389;p18">
            <a:extLst>
              <a:ext uri="{FF2B5EF4-FFF2-40B4-BE49-F238E27FC236}">
                <a16:creationId xmlns:a16="http://schemas.microsoft.com/office/drawing/2014/main" id="{9F286E90-B5AC-6C1B-A918-DFD0858E2B20}"/>
              </a:ext>
            </a:extLst>
          </p:cNvPr>
          <p:cNvCxnSpPr>
            <a:cxnSpLocks/>
          </p:cNvCxnSpPr>
          <p:nvPr/>
        </p:nvCxnSpPr>
        <p:spPr>
          <a:xfrm>
            <a:off x="10394759" y="7973295"/>
            <a:ext cx="0" cy="32508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pic>
        <p:nvPicPr>
          <p:cNvPr id="199" name="Google Shape;248;p18">
            <a:extLst>
              <a:ext uri="{FF2B5EF4-FFF2-40B4-BE49-F238E27FC236}">
                <a16:creationId xmlns:a16="http://schemas.microsoft.com/office/drawing/2014/main" id="{F70A6B12-981B-6BF8-58CD-96A455AAE051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54840" y="8273346"/>
            <a:ext cx="809211" cy="47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49;p18">
            <a:extLst>
              <a:ext uri="{FF2B5EF4-FFF2-40B4-BE49-F238E27FC236}">
                <a16:creationId xmlns:a16="http://schemas.microsoft.com/office/drawing/2014/main" id="{CE39114D-3A17-58C2-10B5-AF6EF529C9A0}"/>
              </a:ext>
            </a:extLst>
          </p:cNvPr>
          <p:cNvCxnSpPr>
            <a:cxnSpLocks/>
          </p:cNvCxnSpPr>
          <p:nvPr/>
        </p:nvCxnSpPr>
        <p:spPr>
          <a:xfrm>
            <a:off x="10690925" y="8817100"/>
            <a:ext cx="547919" cy="22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1" name="Google Shape;253;p18">
            <a:extLst>
              <a:ext uri="{FF2B5EF4-FFF2-40B4-BE49-F238E27FC236}">
                <a16:creationId xmlns:a16="http://schemas.microsoft.com/office/drawing/2014/main" id="{F71A9957-90E1-EB11-EC51-1EDE47DA1E91}"/>
              </a:ext>
            </a:extLst>
          </p:cNvPr>
          <p:cNvSpPr txBox="1"/>
          <p:nvPr/>
        </p:nvSpPr>
        <p:spPr>
          <a:xfrm>
            <a:off x="11150691" y="8273038"/>
            <a:ext cx="1416856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Rolling Window n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2" name="Google Shape;254;p18">
            <a:extLst>
              <a:ext uri="{FF2B5EF4-FFF2-40B4-BE49-F238E27FC236}">
                <a16:creationId xmlns:a16="http://schemas.microsoft.com/office/drawing/2014/main" id="{90060BF0-DC66-87C3-4EFA-62D1581E27D1}"/>
              </a:ext>
            </a:extLst>
          </p:cNvPr>
          <p:cNvSpPr txBox="1"/>
          <p:nvPr/>
        </p:nvSpPr>
        <p:spPr>
          <a:xfrm>
            <a:off x="12373642" y="8271673"/>
            <a:ext cx="678035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3" name="Google Shape;255;p18">
            <a:extLst>
              <a:ext uri="{FF2B5EF4-FFF2-40B4-BE49-F238E27FC236}">
                <a16:creationId xmlns:a16="http://schemas.microsoft.com/office/drawing/2014/main" id="{4C7E9DBD-D0B7-4F28-FBF6-BA6E9CD0364E}"/>
              </a:ext>
            </a:extLst>
          </p:cNvPr>
          <p:cNvSpPr txBox="1"/>
          <p:nvPr/>
        </p:nvSpPr>
        <p:spPr>
          <a:xfrm>
            <a:off x="13065618" y="8271359"/>
            <a:ext cx="537849" cy="466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r>
              <a:rPr lang="en" sz="1200" dirty="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f() = </a:t>
            </a:r>
            <a:endParaRPr sz="1200" dirty="0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204" name="Google Shape;292;p18">
            <a:extLst>
              <a:ext uri="{FF2B5EF4-FFF2-40B4-BE49-F238E27FC236}">
                <a16:creationId xmlns:a16="http://schemas.microsoft.com/office/drawing/2014/main" id="{7F18E86C-D391-FFC1-3F36-616A8C696B39}"/>
              </a:ext>
            </a:extLst>
          </p:cNvPr>
          <p:cNvSpPr/>
          <p:nvPr/>
        </p:nvSpPr>
        <p:spPr>
          <a:xfrm>
            <a:off x="12833704" y="8369285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05" name="Google Shape;293;p18">
            <a:extLst>
              <a:ext uri="{FF2B5EF4-FFF2-40B4-BE49-F238E27FC236}">
                <a16:creationId xmlns:a16="http://schemas.microsoft.com/office/drawing/2014/main" id="{6AF15C3A-17BA-5B6B-2BC7-1D5970EAA8A0}"/>
              </a:ext>
            </a:extLst>
          </p:cNvPr>
          <p:cNvSpPr txBox="1"/>
          <p:nvPr/>
        </p:nvSpPr>
        <p:spPr>
          <a:xfrm>
            <a:off x="12781309" y="8353731"/>
            <a:ext cx="314386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06" name="Google Shape;292;p18">
            <a:extLst>
              <a:ext uri="{FF2B5EF4-FFF2-40B4-BE49-F238E27FC236}">
                <a16:creationId xmlns:a16="http://schemas.microsoft.com/office/drawing/2014/main" id="{C6FD1A6B-7545-ABB6-529F-E45BBAD7F8C1}"/>
              </a:ext>
            </a:extLst>
          </p:cNvPr>
          <p:cNvSpPr/>
          <p:nvPr/>
        </p:nvSpPr>
        <p:spPr>
          <a:xfrm>
            <a:off x="10691603" y="8500479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07" name="Google Shape;293;p18">
            <a:extLst>
              <a:ext uri="{FF2B5EF4-FFF2-40B4-BE49-F238E27FC236}">
                <a16:creationId xmlns:a16="http://schemas.microsoft.com/office/drawing/2014/main" id="{E7648D42-CACF-C4DB-7226-8A475433793E}"/>
              </a:ext>
            </a:extLst>
          </p:cNvPr>
          <p:cNvSpPr txBox="1"/>
          <p:nvPr/>
        </p:nvSpPr>
        <p:spPr>
          <a:xfrm>
            <a:off x="10634578" y="8473214"/>
            <a:ext cx="352254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4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08" name="Google Shape;292;p18">
            <a:extLst>
              <a:ext uri="{FF2B5EF4-FFF2-40B4-BE49-F238E27FC236}">
                <a16:creationId xmlns:a16="http://schemas.microsoft.com/office/drawing/2014/main" id="{54068285-9754-DEFA-41A5-E24C34AEDDBA}"/>
              </a:ext>
            </a:extLst>
          </p:cNvPr>
          <p:cNvSpPr/>
          <p:nvPr/>
        </p:nvSpPr>
        <p:spPr>
          <a:xfrm>
            <a:off x="13510744" y="8364803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09" name="Google Shape;293;p18">
            <a:extLst>
              <a:ext uri="{FF2B5EF4-FFF2-40B4-BE49-F238E27FC236}">
                <a16:creationId xmlns:a16="http://schemas.microsoft.com/office/drawing/2014/main" id="{8BFD3231-A6AF-BC40-CFBE-AC7F07D19EE2}"/>
              </a:ext>
            </a:extLst>
          </p:cNvPr>
          <p:cNvSpPr txBox="1"/>
          <p:nvPr/>
        </p:nvSpPr>
        <p:spPr>
          <a:xfrm>
            <a:off x="13425335" y="8343284"/>
            <a:ext cx="422945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14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10" name="Google Shape;292;p18">
            <a:extLst>
              <a:ext uri="{FF2B5EF4-FFF2-40B4-BE49-F238E27FC236}">
                <a16:creationId xmlns:a16="http://schemas.microsoft.com/office/drawing/2014/main" id="{15296570-63DD-2F08-260E-F0F3153DEE19}"/>
              </a:ext>
            </a:extLst>
          </p:cNvPr>
          <p:cNvSpPr/>
          <p:nvPr/>
        </p:nvSpPr>
        <p:spPr>
          <a:xfrm>
            <a:off x="10704703" y="8234739"/>
            <a:ext cx="246674" cy="249601"/>
          </a:xfrm>
          <a:prstGeom prst="ellipse">
            <a:avLst/>
          </a:prstGeom>
          <a:solidFill>
            <a:srgbClr val="628DB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11" name="Google Shape;293;p18">
            <a:extLst>
              <a:ext uri="{FF2B5EF4-FFF2-40B4-BE49-F238E27FC236}">
                <a16:creationId xmlns:a16="http://schemas.microsoft.com/office/drawing/2014/main" id="{26EE57F3-0E8B-0404-8A99-DC3C03FBF4E7}"/>
              </a:ext>
            </a:extLst>
          </p:cNvPr>
          <p:cNvSpPr txBox="1"/>
          <p:nvPr/>
        </p:nvSpPr>
        <p:spPr>
          <a:xfrm>
            <a:off x="10650080" y="8207729"/>
            <a:ext cx="359792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0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18" name="Google Shape;320;p18">
            <a:extLst>
              <a:ext uri="{FF2B5EF4-FFF2-40B4-BE49-F238E27FC236}">
                <a16:creationId xmlns:a16="http://schemas.microsoft.com/office/drawing/2014/main" id="{870BD0AD-9EDF-20AB-725A-F3FFF92C1982}"/>
              </a:ext>
            </a:extLst>
          </p:cNvPr>
          <p:cNvSpPr/>
          <p:nvPr/>
        </p:nvSpPr>
        <p:spPr>
          <a:xfrm>
            <a:off x="11654473" y="9220001"/>
            <a:ext cx="109507" cy="116681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>
              <a:solidFill>
                <a:schemeClr val="dk1"/>
              </a:solidFill>
            </a:endParaRPr>
          </a:p>
        </p:txBody>
      </p:sp>
      <p:sp>
        <p:nvSpPr>
          <p:cNvPr id="252" name="Google Shape;292;p18">
            <a:extLst>
              <a:ext uri="{FF2B5EF4-FFF2-40B4-BE49-F238E27FC236}">
                <a16:creationId xmlns:a16="http://schemas.microsoft.com/office/drawing/2014/main" id="{DA7142BC-4419-C6EA-176D-5DC91174CC41}"/>
              </a:ext>
            </a:extLst>
          </p:cNvPr>
          <p:cNvSpPr/>
          <p:nvPr/>
        </p:nvSpPr>
        <p:spPr>
          <a:xfrm>
            <a:off x="10947364" y="8514400"/>
            <a:ext cx="246674" cy="249601"/>
          </a:xfrm>
          <a:prstGeom prst="ellipse">
            <a:avLst/>
          </a:prstGeom>
          <a:solidFill>
            <a:srgbClr val="B7B7B7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9677" tIns="139677" rIns="139677" bIns="139677" anchor="ctr" anchorCtr="0">
            <a:noAutofit/>
          </a:bodyPr>
          <a:lstStyle/>
          <a:p>
            <a:pPr algn="ctr"/>
            <a:endParaRPr sz="3708"/>
          </a:p>
        </p:txBody>
      </p:sp>
      <p:sp>
        <p:nvSpPr>
          <p:cNvPr id="256" name="Google Shape;293;p18">
            <a:extLst>
              <a:ext uri="{FF2B5EF4-FFF2-40B4-BE49-F238E27FC236}">
                <a16:creationId xmlns:a16="http://schemas.microsoft.com/office/drawing/2014/main" id="{37646487-1E0F-A3D0-38E7-3012E7999E78}"/>
              </a:ext>
            </a:extLst>
          </p:cNvPr>
          <p:cNvSpPr txBox="1"/>
          <p:nvPr/>
        </p:nvSpPr>
        <p:spPr>
          <a:xfrm>
            <a:off x="10861764" y="8483960"/>
            <a:ext cx="441140" cy="1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noAutofit/>
          </a:bodyPr>
          <a:lstStyle/>
          <a:p>
            <a:r>
              <a:rPr lang="en" sz="1100" dirty="0">
                <a:solidFill>
                  <a:schemeClr val="lt1"/>
                </a:solidFill>
                <a:latin typeface="Source Sans 3" panose="020B0303030403020204" pitchFamily="34" charset="0"/>
              </a:rPr>
              <a:t>10</a:t>
            </a:r>
            <a:endParaRPr sz="1100" dirty="0">
              <a:solidFill>
                <a:schemeClr val="lt1"/>
              </a:solidFill>
              <a:latin typeface="Source Sans 3" panose="020B0303030403020204" pitchFamily="34" charset="0"/>
            </a:endParaRPr>
          </a:p>
        </p:txBody>
      </p:sp>
      <p:sp>
        <p:nvSpPr>
          <p:cNvPr id="257" name="Google Shape;232;p18">
            <a:extLst>
              <a:ext uri="{FF2B5EF4-FFF2-40B4-BE49-F238E27FC236}">
                <a16:creationId xmlns:a16="http://schemas.microsoft.com/office/drawing/2014/main" id="{DC624640-AF03-4FFE-255C-993FCFFFD92C}"/>
              </a:ext>
            </a:extLst>
          </p:cNvPr>
          <p:cNvSpPr txBox="1"/>
          <p:nvPr/>
        </p:nvSpPr>
        <p:spPr>
          <a:xfrm>
            <a:off x="9397411" y="5097112"/>
            <a:ext cx="4467375" cy="1205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9677" tIns="139677" rIns="139677" bIns="139677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e</a:t>
            </a:r>
            <a:r>
              <a:rPr lang="en" sz="12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ngagement_communication()</a:t>
            </a:r>
            <a:br>
              <a:rPr lang="en" sz="1200" b="1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Counts the overall number of messages a developer sent.</a:t>
            </a:r>
            <a:b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endParaRPr lang="en" sz="1200" dirty="0">
              <a:solidFill>
                <a:schemeClr val="dk2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200" b="1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e</a:t>
            </a:r>
            <a:r>
              <a:rPr lang="en" sz="1200" b="1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  <a:t>ngagement_sentiment()</a:t>
            </a:r>
            <a:br>
              <a:rPr lang="en" sz="1200" b="1" dirty="0">
                <a:solidFill>
                  <a:srgbClr val="628DB5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" sz="1200" dirty="0">
                <a:solidFill>
                  <a:schemeClr val="dk2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Produces an engagement sentiment score.</a:t>
            </a:r>
            <a:endParaRPr sz="1200" b="1" dirty="0">
              <a:solidFill>
                <a:srgbClr val="628DB5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pic>
        <p:nvPicPr>
          <p:cNvPr id="20" name="Picture 19" descr="A picture containing text&#10;&#10;Description automatically generated">
            <a:extLst>
              <a:ext uri="{FF2B5EF4-FFF2-40B4-BE49-F238E27FC236}">
                <a16:creationId xmlns:a16="http://schemas.microsoft.com/office/drawing/2014/main" id="{DDE7FACE-3CD8-47F8-0E32-8514F50923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071" y="4867299"/>
            <a:ext cx="423964" cy="49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5770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587</Words>
  <Application>Microsoft Office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Source Sans 3 SemiBold</vt:lpstr>
      <vt:lpstr>Helvetica Neue</vt:lpstr>
      <vt:lpstr>Source Sans 3 Light</vt:lpstr>
      <vt:lpstr>Source Sans 3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Adam G</dc:creator>
  <cp:lastModifiedBy>Adam G</cp:lastModifiedBy>
  <cp:revision>28</cp:revision>
  <dcterms:modified xsi:type="dcterms:W3CDTF">2026-05-03T01:04:46Z</dcterms:modified>
</cp:coreProperties>
</file>